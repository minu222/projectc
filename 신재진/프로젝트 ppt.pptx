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aveSubsetFonts="1" autoCompressPictures="0">
  <p:sldMasterIdLst>
    <p:sldMasterId id="2147483657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654" y="90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presProps" Target="presProps.xml"  /><Relationship Id="rId14" Type="http://schemas.openxmlformats.org/officeDocument/2006/relationships/viewProps" Target="viewProps.xml"  /><Relationship Id="rId15" Type="http://schemas.openxmlformats.org/officeDocument/2006/relationships/theme" Target="theme/theme1.xml"  /><Relationship Id="rId16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10" Type="http://schemas.openxmlformats.org/officeDocument/2006/relationships/image" Target="../media/image8.png"  /><Relationship Id="rId11" Type="http://schemas.openxmlformats.org/officeDocument/2006/relationships/image" Target="../media/image9.png"  /><Relationship Id="rId12" Type="http://schemas.openxmlformats.org/officeDocument/2006/relationships/image" Target="../media/image10.png"  /><Relationship Id="rId13" Type="http://schemas.openxmlformats.org/officeDocument/2006/relationships/image" Target="../media/image11.png"  /><Relationship Id="rId14" Type="http://schemas.openxmlformats.org/officeDocument/2006/relationships/image" Target="../media/image12.png"  /><Relationship Id="rId15" Type="http://schemas.openxmlformats.org/officeDocument/2006/relationships/image" Target="../media/image13.png"  /><Relationship Id="rId16" Type="http://schemas.openxmlformats.org/officeDocument/2006/relationships/image" Target="../media/image12.png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Relationship Id="rId4" Type="http://schemas.openxmlformats.org/officeDocument/2006/relationships/image" Target="../media/image2.png"  /><Relationship Id="rId5" Type="http://schemas.openxmlformats.org/officeDocument/2006/relationships/image" Target="../media/image3.png"  /><Relationship Id="rId6" Type="http://schemas.openxmlformats.org/officeDocument/2006/relationships/image" Target="../media/image4.png"  /><Relationship Id="rId7" Type="http://schemas.openxmlformats.org/officeDocument/2006/relationships/image" Target="../media/image5.png"  /><Relationship Id="rId8" Type="http://schemas.openxmlformats.org/officeDocument/2006/relationships/image" Target="../media/image6.png"  /><Relationship Id="rId9" Type="http://schemas.openxmlformats.org/officeDocument/2006/relationships/image" Target="../media/image7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image" Target="../media/image21.png"  /><Relationship Id="rId11" Type="http://schemas.openxmlformats.org/officeDocument/2006/relationships/image" Target="../media/image22.png"  /><Relationship Id="rId12" Type="http://schemas.openxmlformats.org/officeDocument/2006/relationships/image" Target="../media/image23.png"  /><Relationship Id="rId13" Type="http://schemas.openxmlformats.org/officeDocument/2006/relationships/image" Target="../media/image24.png"  /><Relationship Id="rId14" Type="http://schemas.openxmlformats.org/officeDocument/2006/relationships/image" Target="../media/image25.png"  /><Relationship Id="rId15" Type="http://schemas.openxmlformats.org/officeDocument/2006/relationships/image" Target="../media/image26.png"  /><Relationship Id="rId16" Type="http://schemas.openxmlformats.org/officeDocument/2006/relationships/image" Target="../media/image27.png"  /><Relationship Id="rId17" Type="http://schemas.openxmlformats.org/officeDocument/2006/relationships/image" Target="../media/image28.png"  /><Relationship Id="rId18" Type="http://schemas.openxmlformats.org/officeDocument/2006/relationships/image" Target="../media/image29.png"  /><Relationship Id="rId19" Type="http://schemas.openxmlformats.org/officeDocument/2006/relationships/image" Target="../media/image30.png"  /><Relationship Id="rId2" Type="http://schemas.openxmlformats.org/officeDocument/2006/relationships/notesSlide" Target="../notesSlides/notesSlide2.xml"  /><Relationship Id="rId20" Type="http://schemas.openxmlformats.org/officeDocument/2006/relationships/image" Target="../media/image31.png"  /><Relationship Id="rId21" Type="http://schemas.openxmlformats.org/officeDocument/2006/relationships/image" Target="../media/image32.png"  /><Relationship Id="rId22" Type="http://schemas.openxmlformats.org/officeDocument/2006/relationships/image" Target="../media/image33.png"  /><Relationship Id="rId23" Type="http://schemas.openxmlformats.org/officeDocument/2006/relationships/image" Target="../media/image34.png"  /><Relationship Id="rId24" Type="http://schemas.openxmlformats.org/officeDocument/2006/relationships/image" Target="../media/image35.png"  /><Relationship Id="rId25" Type="http://schemas.openxmlformats.org/officeDocument/2006/relationships/image" Target="../media/image36.png"  /><Relationship Id="rId3" Type="http://schemas.openxmlformats.org/officeDocument/2006/relationships/image" Target="../media/image14.png"  /><Relationship Id="rId4" Type="http://schemas.openxmlformats.org/officeDocument/2006/relationships/image" Target="../media/image15.png"  /><Relationship Id="rId5" Type="http://schemas.openxmlformats.org/officeDocument/2006/relationships/image" Target="../media/image16.png"  /><Relationship Id="rId6" Type="http://schemas.openxmlformats.org/officeDocument/2006/relationships/image" Target="../media/image17.png"  /><Relationship Id="rId7" Type="http://schemas.openxmlformats.org/officeDocument/2006/relationships/image" Target="../media/image18.png"  /><Relationship Id="rId8" Type="http://schemas.openxmlformats.org/officeDocument/2006/relationships/image" Target="../media/image19.png"  /><Relationship Id="rId9" Type="http://schemas.openxmlformats.org/officeDocument/2006/relationships/image" Target="../media/image20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10" Type="http://schemas.openxmlformats.org/officeDocument/2006/relationships/image" Target="../media/image42.png"  /><Relationship Id="rId11" Type="http://schemas.openxmlformats.org/officeDocument/2006/relationships/image" Target="../media/image43.png"  /><Relationship Id="rId12" Type="http://schemas.openxmlformats.org/officeDocument/2006/relationships/image" Target="../media/image44.png"  /><Relationship Id="rId13" Type="http://schemas.openxmlformats.org/officeDocument/2006/relationships/image" Target="../media/image45.png"  /><Relationship Id="rId14" Type="http://schemas.openxmlformats.org/officeDocument/2006/relationships/image" Target="../media/image46.png"  /><Relationship Id="rId15" Type="http://schemas.openxmlformats.org/officeDocument/2006/relationships/image" Target="../media/image47.png"  /><Relationship Id="rId16" Type="http://schemas.openxmlformats.org/officeDocument/2006/relationships/image" Target="../media/image42.png"  /><Relationship Id="rId17" Type="http://schemas.openxmlformats.org/officeDocument/2006/relationships/image" Target="../media/image48.png"  /><Relationship Id="rId18" Type="http://schemas.openxmlformats.org/officeDocument/2006/relationships/image" Target="../media/image49.png"  /><Relationship Id="rId19" Type="http://schemas.openxmlformats.org/officeDocument/2006/relationships/image" Target="../media/image42.png"  /><Relationship Id="rId2" Type="http://schemas.openxmlformats.org/officeDocument/2006/relationships/slideLayout" Target="../slideLayouts/slideLayout1.xml"  /><Relationship Id="rId20" Type="http://schemas.openxmlformats.org/officeDocument/2006/relationships/image" Target="../media/image50.png"  /><Relationship Id="rId21" Type="http://schemas.openxmlformats.org/officeDocument/2006/relationships/image" Target="../media/image51.png"  /><Relationship Id="rId22" Type="http://schemas.openxmlformats.org/officeDocument/2006/relationships/image" Target="../media/image42.png"  /><Relationship Id="rId23" Type="http://schemas.openxmlformats.org/officeDocument/2006/relationships/image" Target="../media/image52.png"  /><Relationship Id="rId24" Type="http://schemas.openxmlformats.org/officeDocument/2006/relationships/image" Target="../media/image53.png"  /><Relationship Id="rId25" Type="http://schemas.openxmlformats.org/officeDocument/2006/relationships/image" Target="../media/image54.png"  /><Relationship Id="rId26" Type="http://schemas.openxmlformats.org/officeDocument/2006/relationships/image" Target="../media/image55.png"  /><Relationship Id="rId27" Type="http://schemas.openxmlformats.org/officeDocument/2006/relationships/image" Target="../media/image56.png"  /><Relationship Id="rId28" Type="http://schemas.openxmlformats.org/officeDocument/2006/relationships/image" Target="../media/image42.png"  /><Relationship Id="rId29" Type="http://schemas.openxmlformats.org/officeDocument/2006/relationships/image" Target="../media/image43.png"  /><Relationship Id="rId3" Type="http://schemas.openxmlformats.org/officeDocument/2006/relationships/image" Target="../media/image1.png"  /><Relationship Id="rId30" Type="http://schemas.openxmlformats.org/officeDocument/2006/relationships/image" Target="../media/image53.png"  /><Relationship Id="rId31" Type="http://schemas.openxmlformats.org/officeDocument/2006/relationships/image" Target="../media/image42.png"  /><Relationship Id="rId32" Type="http://schemas.openxmlformats.org/officeDocument/2006/relationships/image" Target="../media/image57.png"  /><Relationship Id="rId4" Type="http://schemas.openxmlformats.org/officeDocument/2006/relationships/image" Target="../media/image2.png"  /><Relationship Id="rId5" Type="http://schemas.openxmlformats.org/officeDocument/2006/relationships/image" Target="../media/image37.png"  /><Relationship Id="rId6" Type="http://schemas.openxmlformats.org/officeDocument/2006/relationships/image" Target="../media/image38.png"  /><Relationship Id="rId7" Type="http://schemas.openxmlformats.org/officeDocument/2006/relationships/image" Target="../media/image39.png"  /><Relationship Id="rId8" Type="http://schemas.openxmlformats.org/officeDocument/2006/relationships/image" Target="../media/image40.png"  /><Relationship Id="rId9" Type="http://schemas.openxmlformats.org/officeDocument/2006/relationships/image" Target="../media/image41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10" Type="http://schemas.openxmlformats.org/officeDocument/2006/relationships/image" Target="../media/image62.png"  /><Relationship Id="rId11" Type="http://schemas.openxmlformats.org/officeDocument/2006/relationships/image" Target="../media/image63.png"  /><Relationship Id="rId12" Type="http://schemas.openxmlformats.org/officeDocument/2006/relationships/image" Target="../media/image61.png"  /><Relationship Id="rId13" Type="http://schemas.openxmlformats.org/officeDocument/2006/relationships/image" Target="../media/image62.png"  /><Relationship Id="rId14" Type="http://schemas.openxmlformats.org/officeDocument/2006/relationships/image" Target="../media/image64.png"  /><Relationship Id="rId15" Type="http://schemas.openxmlformats.org/officeDocument/2006/relationships/image" Target="../media/image61.png"  /><Relationship Id="rId16" Type="http://schemas.openxmlformats.org/officeDocument/2006/relationships/image" Target="../media/image62.png"  /><Relationship Id="rId17" Type="http://schemas.openxmlformats.org/officeDocument/2006/relationships/image" Target="../media/image65.png"  /><Relationship Id="rId18" Type="http://schemas.openxmlformats.org/officeDocument/2006/relationships/image" Target="../media/image66.png"  /><Relationship Id="rId19" Type="http://schemas.openxmlformats.org/officeDocument/2006/relationships/image" Target="../media/image67.png"  /><Relationship Id="rId2" Type="http://schemas.openxmlformats.org/officeDocument/2006/relationships/slideLayout" Target="../slideLayouts/slideLayout1.xml"  /><Relationship Id="rId20" Type="http://schemas.openxmlformats.org/officeDocument/2006/relationships/image" Target="../media/image68.png"  /><Relationship Id="rId21" Type="http://schemas.openxmlformats.org/officeDocument/2006/relationships/image" Target="../media/image69.png"  /><Relationship Id="rId22" Type="http://schemas.openxmlformats.org/officeDocument/2006/relationships/image" Target="../media/image70.png"  /><Relationship Id="rId23" Type="http://schemas.openxmlformats.org/officeDocument/2006/relationships/image" Target="../media/image71.png"  /><Relationship Id="rId24" Type="http://schemas.openxmlformats.org/officeDocument/2006/relationships/image" Target="../media/image72.png"  /><Relationship Id="rId25" Type="http://schemas.openxmlformats.org/officeDocument/2006/relationships/image" Target="../media/image73.png"  /><Relationship Id="rId26" Type="http://schemas.openxmlformats.org/officeDocument/2006/relationships/image" Target="../media/image74.png"  /><Relationship Id="rId27" Type="http://schemas.openxmlformats.org/officeDocument/2006/relationships/image" Target="../media/image72.png"  /><Relationship Id="rId28" Type="http://schemas.openxmlformats.org/officeDocument/2006/relationships/image" Target="../media/image73.png"  /><Relationship Id="rId29" Type="http://schemas.openxmlformats.org/officeDocument/2006/relationships/image" Target="../media/image75.png"  /><Relationship Id="rId3" Type="http://schemas.openxmlformats.org/officeDocument/2006/relationships/image" Target="../media/image1.png"  /><Relationship Id="rId30" Type="http://schemas.openxmlformats.org/officeDocument/2006/relationships/image" Target="../media/image72.png"  /><Relationship Id="rId31" Type="http://schemas.openxmlformats.org/officeDocument/2006/relationships/image" Target="../media/image73.png"  /><Relationship Id="rId32" Type="http://schemas.openxmlformats.org/officeDocument/2006/relationships/image" Target="../media/image76.png"  /><Relationship Id="rId33" Type="http://schemas.openxmlformats.org/officeDocument/2006/relationships/image" Target="../media/image77.png"  /><Relationship Id="rId34" Type="http://schemas.openxmlformats.org/officeDocument/2006/relationships/image" Target="../media/image73.png"  /><Relationship Id="rId35" Type="http://schemas.openxmlformats.org/officeDocument/2006/relationships/image" Target="../media/image78.png"  /><Relationship Id="rId36" Type="http://schemas.openxmlformats.org/officeDocument/2006/relationships/image" Target="../media/image79.png"  /><Relationship Id="rId37" Type="http://schemas.openxmlformats.org/officeDocument/2006/relationships/image" Target="../media/image80.png"  /><Relationship Id="rId38" Type="http://schemas.openxmlformats.org/officeDocument/2006/relationships/image" Target="../media/image68.png"  /><Relationship Id="rId39" Type="http://schemas.openxmlformats.org/officeDocument/2006/relationships/image" Target="../media/image81.png"  /><Relationship Id="rId4" Type="http://schemas.openxmlformats.org/officeDocument/2006/relationships/image" Target="../media/image2.png"  /><Relationship Id="rId40" Type="http://schemas.openxmlformats.org/officeDocument/2006/relationships/image" Target="../media/image82.png"  /><Relationship Id="rId41" Type="http://schemas.openxmlformats.org/officeDocument/2006/relationships/image" Target="../media/image83.png"  /><Relationship Id="rId42" Type="http://schemas.openxmlformats.org/officeDocument/2006/relationships/image" Target="../media/image84.png"  /><Relationship Id="rId43" Type="http://schemas.openxmlformats.org/officeDocument/2006/relationships/image" Target="../media/image85.png"  /><Relationship Id="rId44" Type="http://schemas.openxmlformats.org/officeDocument/2006/relationships/image" Target="../media/image86.png"  /><Relationship Id="rId45" Type="http://schemas.openxmlformats.org/officeDocument/2006/relationships/image" Target="../media/image87.png"  /><Relationship Id="rId46" Type="http://schemas.openxmlformats.org/officeDocument/2006/relationships/image" Target="../media/image85.png"  /><Relationship Id="rId47" Type="http://schemas.openxmlformats.org/officeDocument/2006/relationships/image" Target="../media/image88.png"  /><Relationship Id="rId48" Type="http://schemas.openxmlformats.org/officeDocument/2006/relationships/image" Target="../media/image84.png"  /><Relationship Id="rId49" Type="http://schemas.openxmlformats.org/officeDocument/2006/relationships/image" Target="../media/image85.png"  /><Relationship Id="rId5" Type="http://schemas.openxmlformats.org/officeDocument/2006/relationships/image" Target="../media/image16.png"  /><Relationship Id="rId50" Type="http://schemas.openxmlformats.org/officeDocument/2006/relationships/image" Target="../media/image43.png"  /><Relationship Id="rId51" Type="http://schemas.openxmlformats.org/officeDocument/2006/relationships/image" Target="../media/image84.png"  /><Relationship Id="rId52" Type="http://schemas.openxmlformats.org/officeDocument/2006/relationships/image" Target="../media/image85.png"  /><Relationship Id="rId53" Type="http://schemas.openxmlformats.org/officeDocument/2006/relationships/image" Target="../media/image89.png"  /><Relationship Id="rId54" Type="http://schemas.openxmlformats.org/officeDocument/2006/relationships/image" Target="../media/image84.png"  /><Relationship Id="rId55" Type="http://schemas.openxmlformats.org/officeDocument/2006/relationships/image" Target="../media/image85.png"  /><Relationship Id="rId56" Type="http://schemas.openxmlformats.org/officeDocument/2006/relationships/image" Target="../media/image78.png"  /><Relationship Id="rId57" Type="http://schemas.openxmlformats.org/officeDocument/2006/relationships/image" Target="../media/image66.png"  /><Relationship Id="rId58" Type="http://schemas.openxmlformats.org/officeDocument/2006/relationships/image" Target="../media/image90.png"  /><Relationship Id="rId59" Type="http://schemas.openxmlformats.org/officeDocument/2006/relationships/image" Target="../media/image68.png"  /><Relationship Id="rId6" Type="http://schemas.openxmlformats.org/officeDocument/2006/relationships/image" Target="../media/image58.png"  /><Relationship Id="rId7" Type="http://schemas.openxmlformats.org/officeDocument/2006/relationships/image" Target="../media/image59.png"  /><Relationship Id="rId8" Type="http://schemas.openxmlformats.org/officeDocument/2006/relationships/image" Target="../media/image60.png"  /><Relationship Id="rId9" Type="http://schemas.openxmlformats.org/officeDocument/2006/relationships/image" Target="../media/image61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10" Type="http://schemas.openxmlformats.org/officeDocument/2006/relationships/image" Target="../media/image96.png"  /><Relationship Id="rId11" Type="http://schemas.openxmlformats.org/officeDocument/2006/relationships/image" Target="../media/image97.png"  /><Relationship Id="rId12" Type="http://schemas.openxmlformats.org/officeDocument/2006/relationships/image" Target="../media/image98.png"  /><Relationship Id="rId13" Type="http://schemas.openxmlformats.org/officeDocument/2006/relationships/image" Target="../media/image99.png"  /><Relationship Id="rId14" Type="http://schemas.openxmlformats.org/officeDocument/2006/relationships/image" Target="../media/image100.png"  /><Relationship Id="rId15" Type="http://schemas.openxmlformats.org/officeDocument/2006/relationships/image" Target="../media/image101.png"  /><Relationship Id="rId16" Type="http://schemas.openxmlformats.org/officeDocument/2006/relationships/image" Target="../media/image102.png"  /><Relationship Id="rId17" Type="http://schemas.openxmlformats.org/officeDocument/2006/relationships/image" Target="../media/image103.png"  /><Relationship Id="rId18" Type="http://schemas.openxmlformats.org/officeDocument/2006/relationships/image" Target="../media/image104.png"  /><Relationship Id="rId19" Type="http://schemas.openxmlformats.org/officeDocument/2006/relationships/image" Target="../media/image105.png"  /><Relationship Id="rId2" Type="http://schemas.openxmlformats.org/officeDocument/2006/relationships/slideLayout" Target="../slideLayouts/slideLayout1.xml"  /><Relationship Id="rId20" Type="http://schemas.openxmlformats.org/officeDocument/2006/relationships/image" Target="../media/image102.png"  /><Relationship Id="rId21" Type="http://schemas.openxmlformats.org/officeDocument/2006/relationships/image" Target="../media/image103.png"  /><Relationship Id="rId22" Type="http://schemas.openxmlformats.org/officeDocument/2006/relationships/image" Target="../media/image104.png"  /><Relationship Id="rId23" Type="http://schemas.openxmlformats.org/officeDocument/2006/relationships/image" Target="../media/image105.png"  /><Relationship Id="rId24" Type="http://schemas.openxmlformats.org/officeDocument/2006/relationships/image" Target="../media/image106.png"  /><Relationship Id="rId25" Type="http://schemas.openxmlformats.org/officeDocument/2006/relationships/image" Target="../media/image107.png"  /><Relationship Id="rId3" Type="http://schemas.openxmlformats.org/officeDocument/2006/relationships/image" Target="../media/image1.png"  /><Relationship Id="rId4" Type="http://schemas.openxmlformats.org/officeDocument/2006/relationships/image" Target="../media/image2.png"  /><Relationship Id="rId5" Type="http://schemas.openxmlformats.org/officeDocument/2006/relationships/image" Target="../media/image91.png"  /><Relationship Id="rId6" Type="http://schemas.openxmlformats.org/officeDocument/2006/relationships/image" Target="../media/image92.png"  /><Relationship Id="rId7" Type="http://schemas.openxmlformats.org/officeDocument/2006/relationships/image" Target="../media/image93.png"  /><Relationship Id="rId8" Type="http://schemas.openxmlformats.org/officeDocument/2006/relationships/image" Target="../media/image94.png"  /><Relationship Id="rId9" Type="http://schemas.openxmlformats.org/officeDocument/2006/relationships/image" Target="../media/image95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10" Type="http://schemas.openxmlformats.org/officeDocument/2006/relationships/image" Target="../media/image112.png"  /><Relationship Id="rId11" Type="http://schemas.openxmlformats.org/officeDocument/2006/relationships/image" Target="../media/image113.png"  /><Relationship Id="rId12" Type="http://schemas.openxmlformats.org/officeDocument/2006/relationships/image" Target="../media/image112.png"  /><Relationship Id="rId13" Type="http://schemas.openxmlformats.org/officeDocument/2006/relationships/image" Target="../media/image114.png"  /><Relationship Id="rId14" Type="http://schemas.openxmlformats.org/officeDocument/2006/relationships/image" Target="../media/image115.png"  /><Relationship Id="rId15" Type="http://schemas.openxmlformats.org/officeDocument/2006/relationships/image" Target="../media/image116.png"  /><Relationship Id="rId16" Type="http://schemas.openxmlformats.org/officeDocument/2006/relationships/image" Target="../media/image115.png"  /><Relationship Id="rId17" Type="http://schemas.openxmlformats.org/officeDocument/2006/relationships/image" Target="../media/image117.png"  /><Relationship Id="rId18" Type="http://schemas.openxmlformats.org/officeDocument/2006/relationships/image" Target="../media/image118.png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Relationship Id="rId4" Type="http://schemas.openxmlformats.org/officeDocument/2006/relationships/image" Target="../media/image2.png"  /><Relationship Id="rId5" Type="http://schemas.openxmlformats.org/officeDocument/2006/relationships/image" Target="../media/image107.png"  /><Relationship Id="rId6" Type="http://schemas.openxmlformats.org/officeDocument/2006/relationships/image" Target="../media/image108.png"  /><Relationship Id="rId7" Type="http://schemas.openxmlformats.org/officeDocument/2006/relationships/image" Target="../media/image109.png"  /><Relationship Id="rId8" Type="http://schemas.openxmlformats.org/officeDocument/2006/relationships/image" Target="../media/image110.png"  /><Relationship Id="rId9" Type="http://schemas.openxmlformats.org/officeDocument/2006/relationships/image" Target="../media/image111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10" Type="http://schemas.openxmlformats.org/officeDocument/2006/relationships/image" Target="../media/image124.png"  /><Relationship Id="rId11" Type="http://schemas.openxmlformats.org/officeDocument/2006/relationships/image" Target="../media/image125.png"  /><Relationship Id="rId12" Type="http://schemas.openxmlformats.org/officeDocument/2006/relationships/image" Target="../media/image126.png"  /><Relationship Id="rId13" Type="http://schemas.openxmlformats.org/officeDocument/2006/relationships/image" Target="../media/image124.png"  /><Relationship Id="rId14" Type="http://schemas.openxmlformats.org/officeDocument/2006/relationships/image" Target="../media/image127.png"  /><Relationship Id="rId15" Type="http://schemas.openxmlformats.org/officeDocument/2006/relationships/image" Target="../media/image128.png"  /><Relationship Id="rId16" Type="http://schemas.openxmlformats.org/officeDocument/2006/relationships/image" Target="../media/image124.png"  /><Relationship Id="rId17" Type="http://schemas.openxmlformats.org/officeDocument/2006/relationships/image" Target="../media/image129.png"  /><Relationship Id="rId18" Type="http://schemas.openxmlformats.org/officeDocument/2006/relationships/image" Target="../media/image130.png"  /><Relationship Id="rId19" Type="http://schemas.openxmlformats.org/officeDocument/2006/relationships/image" Target="../media/image131.png"  /><Relationship Id="rId2" Type="http://schemas.openxmlformats.org/officeDocument/2006/relationships/slideLayout" Target="../slideLayouts/slideLayout1.xml"  /><Relationship Id="rId20" Type="http://schemas.openxmlformats.org/officeDocument/2006/relationships/image" Target="../media/image132.png"  /><Relationship Id="rId21" Type="http://schemas.openxmlformats.org/officeDocument/2006/relationships/image" Target="../media/image133.png"  /><Relationship Id="rId22" Type="http://schemas.openxmlformats.org/officeDocument/2006/relationships/image" Target="../media/image134.png"  /><Relationship Id="rId23" Type="http://schemas.openxmlformats.org/officeDocument/2006/relationships/image" Target="../media/image135.png"  /><Relationship Id="rId24" Type="http://schemas.openxmlformats.org/officeDocument/2006/relationships/image" Target="../media/image136.png"  /><Relationship Id="rId25" Type="http://schemas.openxmlformats.org/officeDocument/2006/relationships/image" Target="../media/image137.png"  /><Relationship Id="rId26" Type="http://schemas.openxmlformats.org/officeDocument/2006/relationships/image" Target="../media/image135.png"  /><Relationship Id="rId27" Type="http://schemas.openxmlformats.org/officeDocument/2006/relationships/image" Target="../media/image138.png"  /><Relationship Id="rId28" Type="http://schemas.openxmlformats.org/officeDocument/2006/relationships/image" Target="../media/image139.png"  /><Relationship Id="rId29" Type="http://schemas.openxmlformats.org/officeDocument/2006/relationships/image" Target="../media/image140.png"  /><Relationship Id="rId3" Type="http://schemas.openxmlformats.org/officeDocument/2006/relationships/image" Target="../media/image1.png"  /><Relationship Id="rId30" Type="http://schemas.openxmlformats.org/officeDocument/2006/relationships/image" Target="../media/image141.png"  /><Relationship Id="rId31" Type="http://schemas.openxmlformats.org/officeDocument/2006/relationships/image" Target="../media/image131.png"  /><Relationship Id="rId32" Type="http://schemas.openxmlformats.org/officeDocument/2006/relationships/image" Target="../media/image132.png"  /><Relationship Id="rId33" Type="http://schemas.openxmlformats.org/officeDocument/2006/relationships/image" Target="../media/image133.png"  /><Relationship Id="rId34" Type="http://schemas.openxmlformats.org/officeDocument/2006/relationships/image" Target="../media/image142.png"  /><Relationship Id="rId35" Type="http://schemas.openxmlformats.org/officeDocument/2006/relationships/image" Target="../media/image135.png"  /><Relationship Id="rId36" Type="http://schemas.openxmlformats.org/officeDocument/2006/relationships/image" Target="../media/image136.png"  /><Relationship Id="rId37" Type="http://schemas.openxmlformats.org/officeDocument/2006/relationships/image" Target="../media/image143.png"  /><Relationship Id="rId38" Type="http://schemas.openxmlformats.org/officeDocument/2006/relationships/image" Target="../media/image135.png"  /><Relationship Id="rId39" Type="http://schemas.openxmlformats.org/officeDocument/2006/relationships/image" Target="../media/image138.png"  /><Relationship Id="rId4" Type="http://schemas.openxmlformats.org/officeDocument/2006/relationships/image" Target="../media/image2.png"  /><Relationship Id="rId40" Type="http://schemas.openxmlformats.org/officeDocument/2006/relationships/image" Target="../media/image144.png"  /><Relationship Id="rId41" Type="http://schemas.openxmlformats.org/officeDocument/2006/relationships/image" Target="../media/image135.png"  /><Relationship Id="rId42" Type="http://schemas.openxmlformats.org/officeDocument/2006/relationships/image" Target="../media/image140.png"  /><Relationship Id="rId43" Type="http://schemas.openxmlformats.org/officeDocument/2006/relationships/image" Target="../media/image145.png"  /><Relationship Id="rId44" Type="http://schemas.openxmlformats.org/officeDocument/2006/relationships/image" Target="../media/image146.png"  /><Relationship Id="rId45" Type="http://schemas.openxmlformats.org/officeDocument/2006/relationships/image" Target="../media/image34.png"  /><Relationship Id="rId46" Type="http://schemas.openxmlformats.org/officeDocument/2006/relationships/image" Target="../media/image131.png"  /><Relationship Id="rId47" Type="http://schemas.openxmlformats.org/officeDocument/2006/relationships/image" Target="../media/image132.png"  /><Relationship Id="rId48" Type="http://schemas.openxmlformats.org/officeDocument/2006/relationships/image" Target="../media/image147.png"  /><Relationship Id="rId49" Type="http://schemas.openxmlformats.org/officeDocument/2006/relationships/image" Target="../media/image148.png"  /><Relationship Id="rId5" Type="http://schemas.openxmlformats.org/officeDocument/2006/relationships/image" Target="../media/image119.png"  /><Relationship Id="rId50" Type="http://schemas.openxmlformats.org/officeDocument/2006/relationships/image" Target="../media/image135.png"  /><Relationship Id="rId51" Type="http://schemas.openxmlformats.org/officeDocument/2006/relationships/image" Target="../media/image149.png"  /><Relationship Id="rId52" Type="http://schemas.openxmlformats.org/officeDocument/2006/relationships/image" Target="../media/image34.png"  /><Relationship Id="rId53" Type="http://schemas.openxmlformats.org/officeDocument/2006/relationships/image" Target="../media/image135.png"  /><Relationship Id="rId54" Type="http://schemas.openxmlformats.org/officeDocument/2006/relationships/image" Target="../media/image150.png"  /><Relationship Id="rId55" Type="http://schemas.openxmlformats.org/officeDocument/2006/relationships/image" Target="../media/image34.png"  /><Relationship Id="rId56" Type="http://schemas.openxmlformats.org/officeDocument/2006/relationships/image" Target="../media/image151.png"  /><Relationship Id="rId57" Type="http://schemas.openxmlformats.org/officeDocument/2006/relationships/image" Target="../media/image152.png"  /><Relationship Id="rId58" Type="http://schemas.openxmlformats.org/officeDocument/2006/relationships/image" Target="../media/image131.png"  /><Relationship Id="rId59" Type="http://schemas.openxmlformats.org/officeDocument/2006/relationships/image" Target="../media/image132.png"  /><Relationship Id="rId6" Type="http://schemas.openxmlformats.org/officeDocument/2006/relationships/image" Target="../media/image120.png"  /><Relationship Id="rId60" Type="http://schemas.openxmlformats.org/officeDocument/2006/relationships/image" Target="../media/image133.png"  /><Relationship Id="rId61" Type="http://schemas.openxmlformats.org/officeDocument/2006/relationships/image" Target="../media/image153.png"  /><Relationship Id="rId62" Type="http://schemas.openxmlformats.org/officeDocument/2006/relationships/image" Target="../media/image135.png"  /><Relationship Id="rId63" Type="http://schemas.openxmlformats.org/officeDocument/2006/relationships/image" Target="../media/image136.png"  /><Relationship Id="rId64" Type="http://schemas.openxmlformats.org/officeDocument/2006/relationships/image" Target="../media/image154.png"  /><Relationship Id="rId65" Type="http://schemas.openxmlformats.org/officeDocument/2006/relationships/image" Target="../media/image135.png"  /><Relationship Id="rId66" Type="http://schemas.openxmlformats.org/officeDocument/2006/relationships/image" Target="../media/image155.png"  /><Relationship Id="rId67" Type="http://schemas.openxmlformats.org/officeDocument/2006/relationships/image" Target="../media/image156.png"  /><Relationship Id="rId68" Type="http://schemas.openxmlformats.org/officeDocument/2006/relationships/image" Target="../media/image135.png"  /><Relationship Id="rId69" Type="http://schemas.openxmlformats.org/officeDocument/2006/relationships/image" Target="../media/image140.png"  /><Relationship Id="rId7" Type="http://schemas.openxmlformats.org/officeDocument/2006/relationships/image" Target="../media/image121.png"  /><Relationship Id="rId70" Type="http://schemas.openxmlformats.org/officeDocument/2006/relationships/image" Target="../media/image157.png"  /><Relationship Id="rId71" Type="http://schemas.openxmlformats.org/officeDocument/2006/relationships/image" Target="../media/image146.png"  /><Relationship Id="rId72" Type="http://schemas.openxmlformats.org/officeDocument/2006/relationships/image" Target="../media/image158.png"  /><Relationship Id="rId73" Type="http://schemas.openxmlformats.org/officeDocument/2006/relationships/image" Target="../media/image159.png"  /><Relationship Id="rId8" Type="http://schemas.openxmlformats.org/officeDocument/2006/relationships/image" Target="../media/image122.png"  /><Relationship Id="rId9" Type="http://schemas.openxmlformats.org/officeDocument/2006/relationships/image" Target="../media/image123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10" Type="http://schemas.openxmlformats.org/officeDocument/2006/relationships/image" Target="../media/image164.png"  /><Relationship Id="rId11" Type="http://schemas.openxmlformats.org/officeDocument/2006/relationships/image" Target="../media/image165.png"  /><Relationship Id="rId12" Type="http://schemas.openxmlformats.org/officeDocument/2006/relationships/image" Target="../media/image166.png"  /><Relationship Id="rId13" Type="http://schemas.openxmlformats.org/officeDocument/2006/relationships/image" Target="../media/image167.png"  /><Relationship Id="rId14" Type="http://schemas.openxmlformats.org/officeDocument/2006/relationships/image" Target="../media/image168.png"  /><Relationship Id="rId15" Type="http://schemas.openxmlformats.org/officeDocument/2006/relationships/image" Target="../media/image165.png"  /><Relationship Id="rId16" Type="http://schemas.openxmlformats.org/officeDocument/2006/relationships/image" Target="../media/image169.png"  /><Relationship Id="rId17" Type="http://schemas.openxmlformats.org/officeDocument/2006/relationships/image" Target="../media/image170.png"  /><Relationship Id="rId18" Type="http://schemas.openxmlformats.org/officeDocument/2006/relationships/image" Target="../media/image171.png"  /><Relationship Id="rId19" Type="http://schemas.openxmlformats.org/officeDocument/2006/relationships/image" Target="../media/image165.png"  /><Relationship Id="rId2" Type="http://schemas.openxmlformats.org/officeDocument/2006/relationships/slideLayout" Target="../slideLayouts/slideLayout1.xml"  /><Relationship Id="rId20" Type="http://schemas.openxmlformats.org/officeDocument/2006/relationships/image" Target="../media/image172.png"  /><Relationship Id="rId21" Type="http://schemas.openxmlformats.org/officeDocument/2006/relationships/image" Target="../media/image173.png"  /><Relationship Id="rId22" Type="http://schemas.openxmlformats.org/officeDocument/2006/relationships/image" Target="../media/image174.png"  /><Relationship Id="rId23" Type="http://schemas.openxmlformats.org/officeDocument/2006/relationships/image" Target="../media/image165.png"  /><Relationship Id="rId24" Type="http://schemas.openxmlformats.org/officeDocument/2006/relationships/image" Target="../media/image175.png"  /><Relationship Id="rId25" Type="http://schemas.openxmlformats.org/officeDocument/2006/relationships/image" Target="../media/image176.png"  /><Relationship Id="rId26" Type="http://schemas.openxmlformats.org/officeDocument/2006/relationships/image" Target="../media/image177.png"  /><Relationship Id="rId27" Type="http://schemas.openxmlformats.org/officeDocument/2006/relationships/image" Target="../media/image178.png"  /><Relationship Id="rId28" Type="http://schemas.openxmlformats.org/officeDocument/2006/relationships/image" Target="../media/image179.png"  /><Relationship Id="rId29" Type="http://schemas.openxmlformats.org/officeDocument/2006/relationships/image" Target="../media/image180.png"  /><Relationship Id="rId3" Type="http://schemas.openxmlformats.org/officeDocument/2006/relationships/image" Target="../media/image1.png"  /><Relationship Id="rId30" Type="http://schemas.openxmlformats.org/officeDocument/2006/relationships/image" Target="../media/image30.png"  /><Relationship Id="rId31" Type="http://schemas.openxmlformats.org/officeDocument/2006/relationships/image" Target="../media/image181.png"  /><Relationship Id="rId32" Type="http://schemas.openxmlformats.org/officeDocument/2006/relationships/image" Target="../media/image182.png"  /><Relationship Id="rId33" Type="http://schemas.openxmlformats.org/officeDocument/2006/relationships/image" Target="../media/image183.png"  /><Relationship Id="rId34" Type="http://schemas.openxmlformats.org/officeDocument/2006/relationships/image" Target="../media/image184.png"  /><Relationship Id="rId35" Type="http://schemas.openxmlformats.org/officeDocument/2006/relationships/image" Target="../media/image185.png"  /><Relationship Id="rId36" Type="http://schemas.openxmlformats.org/officeDocument/2006/relationships/image" Target="../media/image64.png"  /><Relationship Id="rId4" Type="http://schemas.openxmlformats.org/officeDocument/2006/relationships/image" Target="../media/image2.png"  /><Relationship Id="rId5" Type="http://schemas.openxmlformats.org/officeDocument/2006/relationships/image" Target="../media/image16.png"  /><Relationship Id="rId6" Type="http://schemas.openxmlformats.org/officeDocument/2006/relationships/image" Target="../media/image160.png"  /><Relationship Id="rId7" Type="http://schemas.openxmlformats.org/officeDocument/2006/relationships/image" Target="../media/image161.png"  /><Relationship Id="rId8" Type="http://schemas.openxmlformats.org/officeDocument/2006/relationships/image" Target="../media/image162.png"  /><Relationship Id="rId9" Type="http://schemas.openxmlformats.org/officeDocument/2006/relationships/image" Target="../media/image163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10" Type="http://schemas.openxmlformats.org/officeDocument/2006/relationships/image" Target="../media/image189.png"  /><Relationship Id="rId11" Type="http://schemas.openxmlformats.org/officeDocument/2006/relationships/image" Target="../media/image190.png"  /><Relationship Id="rId12" Type="http://schemas.openxmlformats.org/officeDocument/2006/relationships/image" Target="../media/image162.png"  /><Relationship Id="rId13" Type="http://schemas.openxmlformats.org/officeDocument/2006/relationships/image" Target="../media/image189.png"  /><Relationship Id="rId14" Type="http://schemas.openxmlformats.org/officeDocument/2006/relationships/image" Target="../media/image190.png"  /><Relationship Id="rId15" Type="http://schemas.openxmlformats.org/officeDocument/2006/relationships/image" Target="../media/image183.png"  /><Relationship Id="rId16" Type="http://schemas.openxmlformats.org/officeDocument/2006/relationships/image" Target="../media/image189.png"  /><Relationship Id="rId17" Type="http://schemas.openxmlformats.org/officeDocument/2006/relationships/image" Target="../media/image190.png"  /><Relationship Id="rId18" Type="http://schemas.openxmlformats.org/officeDocument/2006/relationships/image" Target="../media/image191.png"  /><Relationship Id="rId19" Type="http://schemas.openxmlformats.org/officeDocument/2006/relationships/image" Target="../media/image187.png"  /><Relationship Id="rId2" Type="http://schemas.openxmlformats.org/officeDocument/2006/relationships/slideLayout" Target="../slideLayouts/slideLayout1.xml"  /><Relationship Id="rId20" Type="http://schemas.openxmlformats.org/officeDocument/2006/relationships/image" Target="../media/image161.png"  /><Relationship Id="rId21" Type="http://schemas.openxmlformats.org/officeDocument/2006/relationships/image" Target="../media/image192.png"  /><Relationship Id="rId22" Type="http://schemas.openxmlformats.org/officeDocument/2006/relationships/image" Target="../media/image193.png"  /><Relationship Id="rId23" Type="http://schemas.openxmlformats.org/officeDocument/2006/relationships/image" Target="../media/image194.png"  /><Relationship Id="rId24" Type="http://schemas.openxmlformats.org/officeDocument/2006/relationships/image" Target="../media/image195.png"  /><Relationship Id="rId25" Type="http://schemas.openxmlformats.org/officeDocument/2006/relationships/image" Target="../media/image193.png"  /><Relationship Id="rId26" Type="http://schemas.openxmlformats.org/officeDocument/2006/relationships/image" Target="../media/image194.png"  /><Relationship Id="rId27" Type="http://schemas.openxmlformats.org/officeDocument/2006/relationships/image" Target="../media/image34.png"  /><Relationship Id="rId28" Type="http://schemas.openxmlformats.org/officeDocument/2006/relationships/image" Target="../media/image196.png"  /><Relationship Id="rId29" Type="http://schemas.openxmlformats.org/officeDocument/2006/relationships/image" Target="../media/image197.png"  /><Relationship Id="rId3" Type="http://schemas.openxmlformats.org/officeDocument/2006/relationships/image" Target="../media/image1.png"  /><Relationship Id="rId30" Type="http://schemas.openxmlformats.org/officeDocument/2006/relationships/image" Target="../media/image198.png"  /><Relationship Id="rId31" Type="http://schemas.openxmlformats.org/officeDocument/2006/relationships/image" Target="../media/image199.png"  /><Relationship Id="rId32" Type="http://schemas.openxmlformats.org/officeDocument/2006/relationships/image" Target="../media/image187.png"  /><Relationship Id="rId33" Type="http://schemas.openxmlformats.org/officeDocument/2006/relationships/image" Target="../media/image200.png"  /><Relationship Id="rId34" Type="http://schemas.openxmlformats.org/officeDocument/2006/relationships/image" Target="../media/image201.png"  /><Relationship Id="rId35" Type="http://schemas.openxmlformats.org/officeDocument/2006/relationships/image" Target="../media/image202.png"  /><Relationship Id="rId36" Type="http://schemas.openxmlformats.org/officeDocument/2006/relationships/image" Target="../media/image203.png"  /><Relationship Id="rId37" Type="http://schemas.openxmlformats.org/officeDocument/2006/relationships/image" Target="../media/image204.png"  /><Relationship Id="rId38" Type="http://schemas.openxmlformats.org/officeDocument/2006/relationships/image" Target="../media/image202.png"  /><Relationship Id="rId39" Type="http://schemas.openxmlformats.org/officeDocument/2006/relationships/image" Target="../media/image203.png"  /><Relationship Id="rId4" Type="http://schemas.openxmlformats.org/officeDocument/2006/relationships/image" Target="../media/image2.png"  /><Relationship Id="rId40" Type="http://schemas.openxmlformats.org/officeDocument/2006/relationships/image" Target="../media/image205.png"  /><Relationship Id="rId41" Type="http://schemas.openxmlformats.org/officeDocument/2006/relationships/image" Target="../media/image202.png"  /><Relationship Id="rId42" Type="http://schemas.openxmlformats.org/officeDocument/2006/relationships/image" Target="../media/image206.png"  /><Relationship Id="rId43" Type="http://schemas.openxmlformats.org/officeDocument/2006/relationships/image" Target="../media/image207.png"  /><Relationship Id="rId44" Type="http://schemas.openxmlformats.org/officeDocument/2006/relationships/image" Target="../media/image202.png"  /><Relationship Id="rId45" Type="http://schemas.openxmlformats.org/officeDocument/2006/relationships/image" Target="../media/image206.png"  /><Relationship Id="rId46" Type="http://schemas.openxmlformats.org/officeDocument/2006/relationships/image" Target="../media/image208.png"  /><Relationship Id="rId47" Type="http://schemas.openxmlformats.org/officeDocument/2006/relationships/image" Target="../media/image202.png"  /><Relationship Id="rId48" Type="http://schemas.openxmlformats.org/officeDocument/2006/relationships/image" Target="../media/image209.png"  /><Relationship Id="rId49" Type="http://schemas.openxmlformats.org/officeDocument/2006/relationships/image" Target="../media/image210.png"  /><Relationship Id="rId5" Type="http://schemas.openxmlformats.org/officeDocument/2006/relationships/image" Target="../media/image16.png"  /><Relationship Id="rId50" Type="http://schemas.openxmlformats.org/officeDocument/2006/relationships/image" Target="../media/image202.png"  /><Relationship Id="rId51" Type="http://schemas.openxmlformats.org/officeDocument/2006/relationships/image" Target="../media/image209.png"  /><Relationship Id="rId52" Type="http://schemas.openxmlformats.org/officeDocument/2006/relationships/image" Target="../media/image25.png"  /><Relationship Id="rId53" Type="http://schemas.openxmlformats.org/officeDocument/2006/relationships/image" Target="../media/image186.png"  /><Relationship Id="rId6" Type="http://schemas.openxmlformats.org/officeDocument/2006/relationships/image" Target="../media/image186.png"  /><Relationship Id="rId7" Type="http://schemas.openxmlformats.org/officeDocument/2006/relationships/image" Target="../media/image187.png"  /><Relationship Id="rId8" Type="http://schemas.openxmlformats.org/officeDocument/2006/relationships/image" Target="../media/image161.png"  /><Relationship Id="rId9" Type="http://schemas.openxmlformats.org/officeDocument/2006/relationships/image" Target="../media/image188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10" Type="http://schemas.openxmlformats.org/officeDocument/2006/relationships/image" Target="../media/image111.png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Relationship Id="rId4" Type="http://schemas.openxmlformats.org/officeDocument/2006/relationships/image" Target="../media/image2.png"  /><Relationship Id="rId5" Type="http://schemas.openxmlformats.org/officeDocument/2006/relationships/image" Target="../media/image211.png"  /><Relationship Id="rId6" Type="http://schemas.openxmlformats.org/officeDocument/2006/relationships/image" Target="../media/image37.png"  /><Relationship Id="rId7" Type="http://schemas.openxmlformats.org/officeDocument/2006/relationships/image" Target="../media/image212.png"  /><Relationship Id="rId8" Type="http://schemas.openxmlformats.org/officeDocument/2006/relationships/image" Target="../media/image213.png"  /><Relationship Id="rId9" Type="http://schemas.openxmlformats.org/officeDocument/2006/relationships/image" Target="../media/image214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26194"/>
            <a:ext cx="12192000" cy="6858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4790880" y="1777746"/>
            <a:ext cx="428625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5781480" y="1777746"/>
            <a:ext cx="428625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6814942" y="1777746"/>
            <a:ext cx="34290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5386192" y="4083225"/>
            <a:ext cx="1219200" cy="571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5386192" y="4083225"/>
            <a:ext cx="1219200" cy="571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3685399" y="5473825"/>
            <a:ext cx="381000" cy="381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3780649" y="5588125"/>
            <a:ext cx="1905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6090015" y="5473825"/>
            <a:ext cx="381000" cy="381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6213840" y="5588125"/>
            <a:ext cx="133350" cy="152400"/>
          </a:xfrm>
          <a:prstGeom prst="rect">
            <a:avLst/>
          </a:prstGeom>
        </p:spPr>
      </p:pic>
      <p:sp>
        <p:nvSpPr>
          <p:cNvPr id="23" name="Text 1"/>
          <p:cNvSpPr/>
          <p:nvPr/>
        </p:nvSpPr>
        <p:spPr>
          <a:xfrm>
            <a:off x="2324589" y="4942122"/>
            <a:ext cx="7353598" cy="309563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2438"/>
              </a:lnSpc>
              <a:buNone/>
              <a:defRPr/>
            </a:pPr>
            <a:r>
              <a:rPr lang="en-US" sz="1500" b="1">
                <a:solidFill>
                  <a:srgbClr val="f3f4f6"/>
                </a:solidFill>
                <a:latin typeface="Noto Sans KR"/>
                <a:ea typeface="Noto Sans KR"/>
                <a:cs typeface="Segoe UI"/>
              </a:rPr>
              <a:t>사용자 중심의 직관적인 UI/UX를 갖춘 효율적인 온라인 학습 관리 플랫폼</a:t>
            </a:r>
            <a:endParaRPr lang="en-US" sz="1500" b="1">
              <a:latin typeface="Noto Sans KR"/>
              <a:ea typeface="Noto Sans KR"/>
            </a:endParaRPr>
          </a:p>
        </p:txBody>
      </p:sp>
      <p:sp>
        <p:nvSpPr>
          <p:cNvPr id="24" name="Text 2"/>
          <p:cNvSpPr/>
          <p:nvPr/>
        </p:nvSpPr>
        <p:spPr>
          <a:xfrm>
            <a:off x="4218799" y="5550025"/>
            <a:ext cx="1331059" cy="228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f3f4f6"/>
                </a:solidFill>
                <a:latin typeface="Noto Sans KR"/>
                <a:ea typeface="Noto Sans KR"/>
                <a:cs typeface="Segoe UI"/>
              </a:rPr>
              <a:t>팀 프레젠테이션</a:t>
            </a:r>
            <a:endParaRPr lang="en-US" sz="1200" b="1">
              <a:latin typeface="Noto Sans KR"/>
              <a:ea typeface="Noto Sans KR"/>
            </a:endParaRPr>
          </a:p>
        </p:txBody>
      </p:sp>
      <p:sp>
        <p:nvSpPr>
          <p:cNvPr id="25" name="Text 3"/>
          <p:cNvSpPr/>
          <p:nvPr/>
        </p:nvSpPr>
        <p:spPr>
          <a:xfrm>
            <a:off x="6623415" y="5550025"/>
            <a:ext cx="2353641" cy="228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f3f4f6"/>
                </a:solidFill>
                <a:latin typeface="Noto Sans KR"/>
                <a:ea typeface="Noto Sans KR"/>
                <a:cs typeface="Segoe UI"/>
              </a:rPr>
              <a:t>2025</a:t>
            </a:r>
            <a:r>
              <a:rPr lang="en-US" altLang="ko-KR" sz="1200" b="1">
                <a:solidFill>
                  <a:srgbClr val="f3f4f6"/>
                </a:solidFill>
                <a:latin typeface="Noto Sans KR"/>
                <a:ea typeface="Noto Sans KR"/>
                <a:cs typeface="Segoe UI"/>
              </a:rPr>
              <a:t>.09.03</a:t>
            </a:r>
            <a:r>
              <a:rPr lang="ko-KR" altLang="en-US" sz="1200" b="1">
                <a:solidFill>
                  <a:srgbClr val="f3f4f6"/>
                </a:solidFill>
                <a:latin typeface="Noto Sans KR"/>
                <a:ea typeface="Noto Sans KR"/>
                <a:cs typeface="Segoe UI"/>
              </a:rPr>
              <a:t> </a:t>
            </a:r>
            <a:r>
              <a:rPr lang="en-US" altLang="ko-KR" sz="1200" b="1">
                <a:solidFill>
                  <a:srgbClr val="f3f4f6"/>
                </a:solidFill>
                <a:latin typeface="Noto Sans KR"/>
                <a:ea typeface="Noto Sans KR"/>
                <a:cs typeface="Segoe UI"/>
              </a:rPr>
              <a:t>~</a:t>
            </a:r>
            <a:r>
              <a:rPr lang="ko-KR" altLang="en-US" sz="1200" b="1">
                <a:solidFill>
                  <a:srgbClr val="f3f4f6"/>
                </a:solidFill>
                <a:latin typeface="Noto Sans KR"/>
                <a:ea typeface="Noto Sans KR"/>
                <a:cs typeface="Segoe UI"/>
              </a:rPr>
              <a:t> </a:t>
            </a:r>
            <a:r>
              <a:rPr lang="en-US" altLang="ko-KR" sz="1200" b="1">
                <a:solidFill>
                  <a:srgbClr val="f3f4f6"/>
                </a:solidFill>
                <a:latin typeface="Noto Sans KR"/>
                <a:ea typeface="Noto Sans KR"/>
                <a:cs typeface="Segoe UI"/>
              </a:rPr>
              <a:t>2025.10.14</a:t>
            </a:r>
            <a:endParaRPr lang="en-US" altLang="ko-KR" sz="1200" b="1">
              <a:solidFill>
                <a:srgbClr val="f3f4f6"/>
              </a:solidFill>
              <a:latin typeface="Noto Sans KR"/>
              <a:ea typeface="Noto Sans KR"/>
              <a:cs typeface="Segoe UI"/>
            </a:endParaRPr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0" y="0"/>
            <a:ext cx="3333750" cy="2485171"/>
          </a:xfrm>
          <a:prstGeom prst="rect">
            <a:avLst/>
          </a:prstGeom>
        </p:spPr>
      </p:pic>
      <p:pic>
        <p:nvPicPr>
          <p:cNvPr id="28" name="Image 2" descr="preencoded.png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8853292" y="1522952"/>
            <a:ext cx="1905000" cy="476250"/>
          </a:xfrm>
          <a:prstGeom prst="rect">
            <a:avLst/>
          </a:prstGeom>
        </p:spPr>
      </p:pic>
      <p:pic>
        <p:nvPicPr>
          <p:cNvPr id="29" name="Image 1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 rot="10800000">
            <a:off x="7054776" y="4497939"/>
            <a:ext cx="5137224" cy="2485171"/>
          </a:xfrm>
          <a:prstGeom prst="rect">
            <a:avLst/>
          </a:prstGeom>
        </p:spPr>
      </p:pic>
      <p:sp>
        <p:nvSpPr>
          <p:cNvPr id="30" name="Text 0"/>
          <p:cNvSpPr/>
          <p:nvPr/>
        </p:nvSpPr>
        <p:spPr>
          <a:xfrm>
            <a:off x="958557" y="2293623"/>
            <a:ext cx="10241280" cy="571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ct val="120000"/>
              </a:lnSpc>
              <a:buNone/>
              <a:defRPr/>
            </a:pPr>
            <a:r>
              <a:rPr lang="ko-KR" altLang="en-US" sz="4500" b="1">
                <a:solidFill>
                  <a:srgbClr val="ffffff"/>
                </a:solidFill>
                <a:latin typeface="Noto Sans KR"/>
                <a:ea typeface="Noto Sans KR"/>
                <a:cs typeface="ui-sans-serif"/>
              </a:rPr>
              <a:t>강사와 학생의 소통 기반</a:t>
            </a:r>
            <a:r>
              <a:rPr lang="en-US" sz="4500" b="1">
                <a:solidFill>
                  <a:srgbClr val="ffffff"/>
                </a:solidFill>
                <a:latin typeface="Noto Sans KR"/>
                <a:ea typeface="Noto Sans KR"/>
                <a:cs typeface="ui-sans-serif"/>
              </a:rPr>
              <a:t> </a:t>
            </a:r>
            <a:endParaRPr lang="en-US" sz="4500" b="1">
              <a:solidFill>
                <a:srgbClr val="ffffff"/>
              </a:solidFill>
              <a:latin typeface="Noto Sans KR"/>
              <a:ea typeface="Noto Sans KR"/>
              <a:cs typeface="ui-sans-serif"/>
            </a:endParaRPr>
          </a:p>
          <a:p>
            <a:pPr marL="0" indent="0" algn="ctr">
              <a:lnSpc>
                <a:spcPct val="120000"/>
              </a:lnSpc>
              <a:buNone/>
              <a:defRPr/>
            </a:pPr>
            <a:r>
              <a:rPr lang="en-US" sz="4500" b="1">
                <a:solidFill>
                  <a:srgbClr val="ffffff"/>
                </a:solidFill>
                <a:latin typeface="Noto Sans KR"/>
                <a:ea typeface="Noto Sans KR"/>
                <a:cs typeface="ui-sans-serif"/>
              </a:rPr>
              <a:t>LMS 프로젝트</a:t>
            </a:r>
            <a:endParaRPr lang="en-US" sz="4500" b="1">
              <a:latin typeface="Noto Sans KR"/>
              <a:ea typeface="Noto Sans K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1174" y="457200"/>
            <a:ext cx="6096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1257300"/>
            <a:ext cx="5676900" cy="19621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1485900"/>
            <a:ext cx="457200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563" y="1581150"/>
            <a:ext cx="142875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4800" y="3544605"/>
            <a:ext cx="5676900" cy="2324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" y="3773205"/>
            <a:ext cx="457200" cy="457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6750" y="3868455"/>
            <a:ext cx="190500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0300" y="1257300"/>
            <a:ext cx="5676900" cy="49911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8900" y="1485900"/>
            <a:ext cx="457200" cy="457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48438" y="1581150"/>
            <a:ext cx="238125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2171700"/>
            <a:ext cx="5219700" cy="647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53200" y="2305050"/>
            <a:ext cx="381000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77025" y="2419350"/>
            <a:ext cx="13335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2971800"/>
            <a:ext cx="5219700" cy="647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53200" y="3105150"/>
            <a:ext cx="381000" cy="381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48450" y="3219450"/>
            <a:ext cx="1905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3771900"/>
            <a:ext cx="5219700" cy="6477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53200" y="3905250"/>
            <a:ext cx="381000" cy="381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67500" y="4019550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4572000"/>
            <a:ext cx="5219700" cy="6477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53200" y="4705350"/>
            <a:ext cx="381000" cy="3810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677025" y="4819650"/>
            <a:ext cx="13335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5372100"/>
            <a:ext cx="5219700" cy="6477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53200" y="5505450"/>
            <a:ext cx="381000" cy="3810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648450" y="5619750"/>
            <a:ext cx="190500" cy="152400"/>
          </a:xfrm>
          <a:prstGeom prst="rect">
            <a:avLst/>
          </a:prstGeom>
        </p:spPr>
      </p:pic>
      <p:sp>
        <p:nvSpPr>
          <p:cNvPr id="30" name="Text 0"/>
          <p:cNvSpPr/>
          <p:nvPr/>
        </p:nvSpPr>
        <p:spPr>
          <a:xfrm>
            <a:off x="304800" y="304800"/>
            <a:ext cx="21527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프로젝트 개요</a:t>
            </a:r>
            <a:endParaRPr lang="en-US" sz="22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1" name="Text 1"/>
          <p:cNvSpPr/>
          <p:nvPr/>
        </p:nvSpPr>
        <p:spPr>
          <a:xfrm>
            <a:off x="304800" y="723900"/>
            <a:ext cx="1158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ko-KR" altLang="en-US" sz="1200" b="1" dirty="0">
                <a:solidFill>
                  <a:srgbClr val="67E8F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강사와 학생의 소통 기반</a:t>
            </a:r>
            <a:r>
              <a:rPr lang="en-US" altLang="ko-KR" sz="1200" b="1" dirty="0">
                <a:solidFill>
                  <a:srgbClr val="67E8F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 </a:t>
            </a:r>
            <a:r>
              <a:rPr lang="en-US" altLang="ko-KR" sz="1200" b="1" dirty="0" smtClean="0">
                <a:solidFill>
                  <a:srgbClr val="67E8F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LMS </a:t>
            </a:r>
            <a:r>
              <a:rPr lang="en-US" altLang="ko-KR" sz="1200" b="1" dirty="0" err="1" smtClean="0">
                <a:solidFill>
                  <a:srgbClr val="67E8F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프로젝트</a:t>
            </a:r>
            <a:r>
              <a:rPr lang="en-US" sz="1200" dirty="0" err="1" smtClean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의</a:t>
            </a:r>
            <a:r>
              <a:rPr lang="en-US" sz="1200" dirty="0" smtClean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en-US" sz="120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배경, 목표 및 팀원 구성</a:t>
            </a:r>
            <a:endParaRPr lang="en-US" sz="1200" dirty="0">
              <a:solidFill>
                <a:srgbClr val="67E8F9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2" name="Text 2"/>
          <p:cNvSpPr/>
          <p:nvPr/>
        </p:nvSpPr>
        <p:spPr>
          <a:xfrm>
            <a:off x="1143000" y="1581150"/>
            <a:ext cx="14351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프로젝트 배경</a:t>
            </a:r>
            <a:endParaRPr lang="en-US" sz="15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3" name="Text 3"/>
          <p:cNvSpPr/>
          <p:nvPr/>
        </p:nvSpPr>
        <p:spPr>
          <a:xfrm>
            <a:off x="533400" y="2095500"/>
            <a:ext cx="52197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기존 교육 시스템의 한계점 및 </a:t>
            </a:r>
            <a:r>
              <a:rPr lang="en-US" sz="1200" dirty="0">
                <a:solidFill>
                  <a:srgbClr val="0EA5E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비대면 교육 수요 증가</a:t>
            </a:r>
            <a:r>
              <a:rPr lang="en-US" sz="120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의 배경에서, </a:t>
            </a:r>
            <a:endParaRPr lang="en-US" sz="1200" dirty="0" smtClean="0">
              <a:solidFill>
                <a:srgbClr val="E5E7EB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Segoe UI" pitchFamily="34" charset="-120"/>
            </a:endParaRPr>
          </a:p>
          <a:p>
            <a:pPr marL="0" indent="0">
              <a:lnSpc>
                <a:spcPts val="1950"/>
              </a:lnSpc>
              <a:buNone/>
            </a:pPr>
            <a:r>
              <a:rPr lang="en-US" sz="1200" dirty="0" err="1" smtClean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사용자</a:t>
            </a:r>
            <a:r>
              <a:rPr lang="en-US" sz="1200" dirty="0" smtClean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en-US" sz="120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중심의 직관적인 UI/UX를 갖춘 효율적인 온라인 학습 관리 </a:t>
            </a:r>
            <a:r>
              <a:rPr lang="en-US" sz="1200" dirty="0" err="1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플랫폼을</a:t>
            </a:r>
            <a:r>
              <a:rPr lang="en-US" sz="120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endParaRPr lang="en-US" sz="1200" dirty="0" smtClean="0">
              <a:solidFill>
                <a:srgbClr val="E5E7EB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Segoe UI" pitchFamily="34" charset="-120"/>
            </a:endParaRPr>
          </a:p>
          <a:p>
            <a:pPr marL="0" indent="0">
              <a:lnSpc>
                <a:spcPts val="1950"/>
              </a:lnSpc>
              <a:buNone/>
            </a:pPr>
            <a:r>
              <a:rPr lang="en-US" sz="1200" dirty="0" err="1" smtClean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구축하는</a:t>
            </a:r>
            <a:r>
              <a:rPr lang="en-US" sz="1200" dirty="0" smtClean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en-US" sz="120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것이 목표입니다.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4" name="Text 4"/>
          <p:cNvSpPr/>
          <p:nvPr/>
        </p:nvSpPr>
        <p:spPr>
          <a:xfrm>
            <a:off x="1143000" y="3868455"/>
            <a:ext cx="14351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프로젝트 목표</a:t>
            </a:r>
            <a:endParaRPr lang="en-US" sz="15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5" name="Text 5"/>
          <p:cNvSpPr/>
          <p:nvPr/>
        </p:nvSpPr>
        <p:spPr>
          <a:xfrm>
            <a:off x="762000" y="4382805"/>
            <a:ext cx="521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사용자 중심의 플랫폼 개발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6" name="Text 6"/>
          <p:cNvSpPr/>
          <p:nvPr/>
        </p:nvSpPr>
        <p:spPr>
          <a:xfrm>
            <a:off x="762000" y="4725705"/>
            <a:ext cx="521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직관적인 UI/UX 제공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7" name="Text 7"/>
          <p:cNvSpPr/>
          <p:nvPr/>
        </p:nvSpPr>
        <p:spPr>
          <a:xfrm>
            <a:off x="762000" y="5068605"/>
            <a:ext cx="521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효율적인 온라인 학습 관리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8" name="Text 8"/>
          <p:cNvSpPr/>
          <p:nvPr/>
        </p:nvSpPr>
        <p:spPr>
          <a:xfrm>
            <a:off x="762000" y="5411505"/>
            <a:ext cx="521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비대면 교육의 증가된 수요에 적응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9" name="Text 9"/>
          <p:cNvSpPr/>
          <p:nvPr/>
        </p:nvSpPr>
        <p:spPr>
          <a:xfrm>
            <a:off x="7048500" y="1581150"/>
            <a:ext cx="12701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팀원 및 역할</a:t>
            </a:r>
            <a:endParaRPr lang="en-US" sz="15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0" name="Text 10"/>
          <p:cNvSpPr/>
          <p:nvPr/>
        </p:nvSpPr>
        <p:spPr>
          <a:xfrm>
            <a:off x="7048500" y="2286000"/>
            <a:ext cx="20892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팀 리더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1" name="Text 11"/>
          <p:cNvSpPr/>
          <p:nvPr/>
        </p:nvSpPr>
        <p:spPr>
          <a:xfrm>
            <a:off x="7048500" y="2514600"/>
            <a:ext cx="25070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전체 프로젝트 관리, 팀원 역할 분배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2" name="Text 12"/>
          <p:cNvSpPr/>
          <p:nvPr/>
        </p:nvSpPr>
        <p:spPr>
          <a:xfrm>
            <a:off x="7048500" y="3086100"/>
            <a:ext cx="21708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백엔드 개발자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3" name="Text 13"/>
          <p:cNvSpPr/>
          <p:nvPr/>
        </p:nvSpPr>
        <p:spPr>
          <a:xfrm>
            <a:off x="7048500" y="3314700"/>
            <a:ext cx="26049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서버 및 데이터베이스 개발, API 설계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4" name="Text 14"/>
          <p:cNvSpPr/>
          <p:nvPr/>
        </p:nvSpPr>
        <p:spPr>
          <a:xfrm>
            <a:off x="7048500" y="3886200"/>
            <a:ext cx="21411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프론트엔드 개발자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5" name="Text 15"/>
          <p:cNvSpPr/>
          <p:nvPr/>
        </p:nvSpPr>
        <p:spPr>
          <a:xfrm>
            <a:off x="7048500" y="4114800"/>
            <a:ext cx="25694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UI/UX 개발, 클라이언트 사이드 로직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6" name="Text 16"/>
          <p:cNvSpPr/>
          <p:nvPr/>
        </p:nvSpPr>
        <p:spPr>
          <a:xfrm>
            <a:off x="7048500" y="4686300"/>
            <a:ext cx="2178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데이터베이스 관리자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7" name="Text 17"/>
          <p:cNvSpPr/>
          <p:nvPr/>
        </p:nvSpPr>
        <p:spPr>
          <a:xfrm>
            <a:off x="7048500" y="4914900"/>
            <a:ext cx="261389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DB 설계, 쿼리 최적화, 데이터 모델링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8" name="Text 18"/>
          <p:cNvSpPr/>
          <p:nvPr/>
        </p:nvSpPr>
        <p:spPr>
          <a:xfrm>
            <a:off x="7048500" y="5486400"/>
            <a:ext cx="20892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컨텐츠 매니저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9" name="Text 19"/>
          <p:cNvSpPr/>
          <p:nvPr/>
        </p:nvSpPr>
        <p:spPr>
          <a:xfrm>
            <a:off x="7048500" y="5715000"/>
            <a:ext cx="25070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학습 내용 개발, 교육 커리큘럼 설계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0" name="Text 20"/>
          <p:cNvSpPr/>
          <p:nvPr/>
        </p:nvSpPr>
        <p:spPr>
          <a:xfrm>
            <a:off x="11654284" y="6248400"/>
            <a:ext cx="1017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2171849" y="361950"/>
            <a:ext cx="6096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228600" y="990600"/>
            <a:ext cx="11734800" cy="1981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381000" y="1181100"/>
            <a:ext cx="13335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381000" y="1447800"/>
            <a:ext cx="11410950" cy="1371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228600" y="3162300"/>
            <a:ext cx="3810000" cy="16383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381000" y="3314700"/>
            <a:ext cx="30480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457200" y="33909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4191000" y="3162300"/>
            <a:ext cx="3810000" cy="16383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4343400" y="3314700"/>
            <a:ext cx="3429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4419600" y="3390900"/>
            <a:ext cx="1905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228600" y="4953000"/>
            <a:ext cx="3810000" cy="1447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381000" y="5105400"/>
            <a:ext cx="30480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457200" y="518160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4191000" y="4953000"/>
            <a:ext cx="3810000" cy="1447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 rotWithShape="1">
          <a:blip r:embed="rId19"/>
          <a:stretch>
            <a:fillRect/>
          </a:stretch>
        </p:blipFill>
        <p:spPr>
          <a:xfrm>
            <a:off x="4343400" y="5105400"/>
            <a:ext cx="30480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 rotWithShape="1">
          <a:blip r:embed="rId20"/>
          <a:stretch>
            <a:fillRect/>
          </a:stretch>
        </p:blipFill>
        <p:spPr>
          <a:xfrm>
            <a:off x="4419600" y="518160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 rotWithShape="1">
          <a:blip r:embed="rId21"/>
          <a:stretch>
            <a:fillRect/>
          </a:stretch>
        </p:blipFill>
        <p:spPr>
          <a:xfrm>
            <a:off x="8153400" y="3162300"/>
            <a:ext cx="3810000" cy="32385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 rotWithShape="1">
          <a:blip r:embed="rId22"/>
          <a:stretch>
            <a:fillRect/>
          </a:stretch>
        </p:blipFill>
        <p:spPr>
          <a:xfrm>
            <a:off x="8305800" y="3314700"/>
            <a:ext cx="304800" cy="304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 rotWithShape="1">
          <a:blip r:embed="rId23"/>
          <a:stretch>
            <a:fillRect/>
          </a:stretch>
        </p:blipFill>
        <p:spPr>
          <a:xfrm>
            <a:off x="8382000" y="3390900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 rotWithShape="1">
          <a:blip r:embed="rId24"/>
          <a:stretch>
            <a:fillRect/>
          </a:stretch>
        </p:blipFill>
        <p:spPr>
          <a:xfrm>
            <a:off x="8305800" y="3733800"/>
            <a:ext cx="3505200" cy="4953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 rotWithShape="1">
          <a:blip r:embed="rId25"/>
          <a:stretch>
            <a:fillRect/>
          </a:stretch>
        </p:blipFill>
        <p:spPr>
          <a:xfrm>
            <a:off x="8382000" y="3829050"/>
            <a:ext cx="304800" cy="3048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 rotWithShape="1">
          <a:blip r:embed="rId26"/>
          <a:stretch>
            <a:fillRect/>
          </a:stretch>
        </p:blipFill>
        <p:spPr>
          <a:xfrm>
            <a:off x="8467725" y="3905250"/>
            <a:ext cx="13335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 rotWithShape="1">
          <a:blip r:embed="rId27"/>
          <a:stretch>
            <a:fillRect/>
          </a:stretch>
        </p:blipFill>
        <p:spPr>
          <a:xfrm>
            <a:off x="8305800" y="4343400"/>
            <a:ext cx="3505200" cy="4953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 rotWithShape="1">
          <a:blip r:embed="rId28"/>
          <a:stretch>
            <a:fillRect/>
          </a:stretch>
        </p:blipFill>
        <p:spPr>
          <a:xfrm>
            <a:off x="8382000" y="4438650"/>
            <a:ext cx="304800" cy="3048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 rotWithShape="1">
          <a:blip r:embed="rId29"/>
          <a:stretch>
            <a:fillRect/>
          </a:stretch>
        </p:blipFill>
        <p:spPr>
          <a:xfrm>
            <a:off x="8458200" y="4514850"/>
            <a:ext cx="15240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 rotWithShape="1">
          <a:blip r:embed="rId30"/>
          <a:stretch>
            <a:fillRect/>
          </a:stretch>
        </p:blipFill>
        <p:spPr>
          <a:xfrm>
            <a:off x="8305800" y="4953000"/>
            <a:ext cx="3505200" cy="4953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 rotWithShape="1">
          <a:blip r:embed="rId31"/>
          <a:stretch>
            <a:fillRect/>
          </a:stretch>
        </p:blipFill>
        <p:spPr>
          <a:xfrm>
            <a:off x="8382000" y="5048250"/>
            <a:ext cx="304800" cy="3048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 rotWithShape="1">
          <a:blip r:embed="rId32"/>
          <a:stretch>
            <a:fillRect/>
          </a:stretch>
        </p:blipFill>
        <p:spPr>
          <a:xfrm>
            <a:off x="8467725" y="5124450"/>
            <a:ext cx="133350" cy="152400"/>
          </a:xfrm>
          <a:prstGeom prst="rect">
            <a:avLst/>
          </a:prstGeom>
        </p:spPr>
      </p:pic>
      <p:sp>
        <p:nvSpPr>
          <p:cNvPr id="33" name="Text 0"/>
          <p:cNvSpPr/>
          <p:nvPr/>
        </p:nvSpPr>
        <p:spPr>
          <a:xfrm>
            <a:off x="228600" y="228600"/>
            <a:ext cx="2149019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400"/>
              </a:lnSpc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개발 일정 및 관리</a:t>
            </a:r>
            <a:endParaRPr lang="en-US" sz="1800"/>
          </a:p>
        </p:txBody>
      </p:sp>
      <p:sp>
        <p:nvSpPr>
          <p:cNvPr id="34" name="Text 1"/>
          <p:cNvSpPr/>
          <p:nvPr/>
        </p:nvSpPr>
        <p:spPr>
          <a:xfrm>
            <a:off x="228600" y="571500"/>
            <a:ext cx="117348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Gantt Chart를 활용한 프로젝트 일정 관리와 주요 작업 내용</a:t>
            </a:r>
            <a:endParaRPr lang="en-US" sz="1050"/>
          </a:p>
        </p:txBody>
      </p:sp>
      <p:sp>
        <p:nvSpPr>
          <p:cNvPr id="35" name="Text 2"/>
          <p:cNvSpPr/>
          <p:nvPr/>
        </p:nvSpPr>
        <p:spPr>
          <a:xfrm>
            <a:off x="590550" y="114300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프로젝트 일정 (8주)</a:t>
            </a:r>
            <a:endParaRPr lang="en-US" sz="1200"/>
          </a:p>
        </p:txBody>
      </p:sp>
      <p:sp>
        <p:nvSpPr>
          <p:cNvPr id="36" name="Text 3"/>
          <p:cNvSpPr/>
          <p:nvPr/>
        </p:nvSpPr>
        <p:spPr>
          <a:xfrm>
            <a:off x="762000" y="3352800"/>
            <a:ext cx="1656100" cy="228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1단계 (기획 및 설계)</a:t>
            </a:r>
            <a:endParaRPr lang="en-US" sz="1200"/>
          </a:p>
        </p:txBody>
      </p:sp>
      <p:sp>
        <p:nvSpPr>
          <p:cNvPr id="37" name="Text 4"/>
          <p:cNvSpPr/>
          <p:nvPr/>
        </p:nvSpPr>
        <p:spPr>
          <a:xfrm>
            <a:off x="381000" y="36957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a5f3fc"/>
                </a:solidFill>
                <a:latin typeface="Segoe UI"/>
                <a:ea typeface="Segoe UI"/>
                <a:cs typeface="Segoe UI"/>
              </a:rPr>
              <a:t>기간: 1주차 ~ 2주차</a:t>
            </a:r>
            <a:endParaRPr lang="en-US" sz="900"/>
          </a:p>
        </p:txBody>
      </p:sp>
      <p:sp>
        <p:nvSpPr>
          <p:cNvPr id="38" name="Text 5"/>
          <p:cNvSpPr/>
          <p:nvPr/>
        </p:nvSpPr>
        <p:spPr>
          <a:xfrm>
            <a:off x="533400" y="39243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요구사항 분석</a:t>
            </a:r>
            <a:endParaRPr lang="en-US" sz="900"/>
          </a:p>
        </p:txBody>
      </p:sp>
      <p:sp>
        <p:nvSpPr>
          <p:cNvPr id="39" name="Text 6"/>
          <p:cNvSpPr/>
          <p:nvPr/>
        </p:nvSpPr>
        <p:spPr>
          <a:xfrm>
            <a:off x="533400" y="41148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UI/UX 설계</a:t>
            </a:r>
            <a:endParaRPr lang="en-US" sz="900"/>
          </a:p>
        </p:txBody>
      </p:sp>
      <p:sp>
        <p:nvSpPr>
          <p:cNvPr id="40" name="Text 7"/>
          <p:cNvSpPr/>
          <p:nvPr/>
        </p:nvSpPr>
        <p:spPr>
          <a:xfrm>
            <a:off x="533400" y="43053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아키텍처 설계</a:t>
            </a:r>
            <a:endParaRPr lang="en-US" sz="900"/>
          </a:p>
        </p:txBody>
      </p:sp>
      <p:sp>
        <p:nvSpPr>
          <p:cNvPr id="41" name="Text 8"/>
          <p:cNvSpPr/>
          <p:nvPr/>
        </p:nvSpPr>
        <p:spPr>
          <a:xfrm>
            <a:off x="533400" y="44958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DB 설계</a:t>
            </a:r>
            <a:endParaRPr lang="en-US" sz="900"/>
          </a:p>
        </p:txBody>
      </p:sp>
      <p:sp>
        <p:nvSpPr>
          <p:cNvPr id="42" name="Text 9"/>
          <p:cNvSpPr/>
          <p:nvPr/>
        </p:nvSpPr>
        <p:spPr>
          <a:xfrm>
            <a:off x="4762500" y="33528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2단계 (개발)</a:t>
            </a:r>
            <a:endParaRPr lang="en-US" sz="1200"/>
          </a:p>
        </p:txBody>
      </p:sp>
      <p:sp>
        <p:nvSpPr>
          <p:cNvPr id="43" name="Text 10"/>
          <p:cNvSpPr/>
          <p:nvPr/>
        </p:nvSpPr>
        <p:spPr>
          <a:xfrm>
            <a:off x="4343400" y="36957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a5f3fc"/>
                </a:solidFill>
                <a:latin typeface="Segoe UI"/>
                <a:ea typeface="Segoe UI"/>
                <a:cs typeface="Segoe UI"/>
              </a:rPr>
              <a:t>기간: 2주차 ~ 6주차</a:t>
            </a:r>
            <a:endParaRPr lang="en-US" sz="900"/>
          </a:p>
        </p:txBody>
      </p:sp>
      <p:sp>
        <p:nvSpPr>
          <p:cNvPr id="44" name="Text 11"/>
          <p:cNvSpPr/>
          <p:nvPr/>
        </p:nvSpPr>
        <p:spPr>
          <a:xfrm>
            <a:off x="4495800" y="39243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백엔드: 핵심 API 개발, DB 구축</a:t>
            </a:r>
            <a:endParaRPr lang="en-US" sz="900"/>
          </a:p>
        </p:txBody>
      </p:sp>
      <p:sp>
        <p:nvSpPr>
          <p:cNvPr id="45" name="Text 12"/>
          <p:cNvSpPr/>
          <p:nvPr/>
        </p:nvSpPr>
        <p:spPr>
          <a:xfrm>
            <a:off x="4495800" y="41148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프론트엔드: UI 컴포넌트 개발</a:t>
            </a:r>
            <a:endParaRPr lang="en-US" sz="900"/>
          </a:p>
        </p:txBody>
      </p:sp>
      <p:sp>
        <p:nvSpPr>
          <p:cNvPr id="46" name="Text 13"/>
          <p:cNvSpPr/>
          <p:nvPr/>
        </p:nvSpPr>
        <p:spPr>
          <a:xfrm>
            <a:off x="4495800" y="43053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API 연동</a:t>
            </a:r>
            <a:endParaRPr lang="en-US" sz="900"/>
          </a:p>
        </p:txBody>
      </p:sp>
      <p:sp>
        <p:nvSpPr>
          <p:cNvPr id="47" name="Text 14"/>
          <p:cNvSpPr/>
          <p:nvPr/>
        </p:nvSpPr>
        <p:spPr>
          <a:xfrm>
            <a:off x="762000" y="5143500"/>
            <a:ext cx="1747540" cy="228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3단계 (테스트 및 QA)</a:t>
            </a:r>
            <a:endParaRPr lang="en-US" sz="1200"/>
          </a:p>
        </p:txBody>
      </p:sp>
      <p:sp>
        <p:nvSpPr>
          <p:cNvPr id="48" name="Text 15"/>
          <p:cNvSpPr/>
          <p:nvPr/>
        </p:nvSpPr>
        <p:spPr>
          <a:xfrm>
            <a:off x="381000" y="54864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a5f3fc"/>
                </a:solidFill>
                <a:latin typeface="Segoe UI"/>
                <a:ea typeface="Segoe UI"/>
                <a:cs typeface="Segoe UI"/>
              </a:rPr>
              <a:t>기간: 6주차 ~ 7주차</a:t>
            </a:r>
            <a:endParaRPr lang="en-US" sz="900"/>
          </a:p>
        </p:txBody>
      </p:sp>
      <p:sp>
        <p:nvSpPr>
          <p:cNvPr id="49" name="Text 16"/>
          <p:cNvSpPr/>
          <p:nvPr/>
        </p:nvSpPr>
        <p:spPr>
          <a:xfrm>
            <a:off x="533400" y="57150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단위/통합 테스트</a:t>
            </a:r>
            <a:endParaRPr lang="en-US" sz="900"/>
          </a:p>
        </p:txBody>
      </p:sp>
      <p:sp>
        <p:nvSpPr>
          <p:cNvPr id="50" name="Text 17"/>
          <p:cNvSpPr/>
          <p:nvPr/>
        </p:nvSpPr>
        <p:spPr>
          <a:xfrm>
            <a:off x="533400" y="59055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버그 수정</a:t>
            </a:r>
            <a:endParaRPr lang="en-US" sz="900"/>
          </a:p>
        </p:txBody>
      </p:sp>
      <p:sp>
        <p:nvSpPr>
          <p:cNvPr id="51" name="Text 18"/>
          <p:cNvSpPr/>
          <p:nvPr/>
        </p:nvSpPr>
        <p:spPr>
          <a:xfrm>
            <a:off x="533400" y="60960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품질 검증</a:t>
            </a:r>
            <a:endParaRPr lang="en-US" sz="900"/>
          </a:p>
        </p:txBody>
      </p:sp>
      <p:sp>
        <p:nvSpPr>
          <p:cNvPr id="52" name="Text 19"/>
          <p:cNvSpPr/>
          <p:nvPr/>
        </p:nvSpPr>
        <p:spPr>
          <a:xfrm>
            <a:off x="4724400" y="5143500"/>
            <a:ext cx="1838980" cy="228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4단계 (배포 및 안정화)</a:t>
            </a:r>
            <a:endParaRPr lang="en-US" sz="1200"/>
          </a:p>
        </p:txBody>
      </p:sp>
      <p:sp>
        <p:nvSpPr>
          <p:cNvPr id="53" name="Text 20"/>
          <p:cNvSpPr/>
          <p:nvPr/>
        </p:nvSpPr>
        <p:spPr>
          <a:xfrm>
            <a:off x="4343400" y="54864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a5f3fc"/>
                </a:solidFill>
                <a:latin typeface="Segoe UI"/>
                <a:ea typeface="Segoe UI"/>
                <a:cs typeface="Segoe UI"/>
              </a:rPr>
              <a:t>기간: 8주차</a:t>
            </a:r>
            <a:endParaRPr lang="en-US" sz="900"/>
          </a:p>
        </p:txBody>
      </p:sp>
      <p:sp>
        <p:nvSpPr>
          <p:cNvPr id="54" name="Text 21"/>
          <p:cNvSpPr/>
          <p:nvPr/>
        </p:nvSpPr>
        <p:spPr>
          <a:xfrm>
            <a:off x="4495800" y="57150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서버 배포</a:t>
            </a:r>
            <a:endParaRPr lang="en-US" sz="900"/>
          </a:p>
        </p:txBody>
      </p:sp>
      <p:sp>
        <p:nvSpPr>
          <p:cNvPr id="55" name="Text 22"/>
          <p:cNvSpPr/>
          <p:nvPr/>
        </p:nvSpPr>
        <p:spPr>
          <a:xfrm>
            <a:off x="4495800" y="59055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최종 점검</a:t>
            </a:r>
            <a:endParaRPr lang="en-US" sz="900"/>
          </a:p>
        </p:txBody>
      </p:sp>
      <p:sp>
        <p:nvSpPr>
          <p:cNvPr id="56" name="Text 23"/>
          <p:cNvSpPr/>
          <p:nvPr/>
        </p:nvSpPr>
        <p:spPr>
          <a:xfrm>
            <a:off x="4495800" y="60960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발표 준비</a:t>
            </a:r>
            <a:endParaRPr lang="en-US" sz="900"/>
          </a:p>
        </p:txBody>
      </p:sp>
      <p:sp>
        <p:nvSpPr>
          <p:cNvPr id="57" name="Text 24"/>
          <p:cNvSpPr/>
          <p:nvPr/>
        </p:nvSpPr>
        <p:spPr>
          <a:xfrm>
            <a:off x="8686800" y="3352800"/>
            <a:ext cx="782419" cy="228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협업 도구</a:t>
            </a:r>
            <a:endParaRPr lang="en-US" sz="1200"/>
          </a:p>
        </p:txBody>
      </p:sp>
      <p:sp>
        <p:nvSpPr>
          <p:cNvPr id="58" name="Text 25"/>
          <p:cNvSpPr/>
          <p:nvPr/>
        </p:nvSpPr>
        <p:spPr>
          <a:xfrm>
            <a:off x="8763000" y="3810000"/>
            <a:ext cx="86365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Git</a:t>
            </a:r>
            <a:endParaRPr lang="en-US" sz="1050"/>
          </a:p>
        </p:txBody>
      </p:sp>
      <p:sp>
        <p:nvSpPr>
          <p:cNvPr id="59" name="Text 26"/>
          <p:cNvSpPr/>
          <p:nvPr/>
        </p:nvSpPr>
        <p:spPr>
          <a:xfrm>
            <a:off x="8763000" y="4000500"/>
            <a:ext cx="10363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버전 관리 시스템</a:t>
            </a:r>
            <a:endParaRPr lang="en-US" sz="900"/>
          </a:p>
        </p:txBody>
      </p:sp>
      <p:sp>
        <p:nvSpPr>
          <p:cNvPr id="60" name="Text 27"/>
          <p:cNvSpPr/>
          <p:nvPr/>
        </p:nvSpPr>
        <p:spPr>
          <a:xfrm>
            <a:off x="8763000" y="4419600"/>
            <a:ext cx="13843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Jira</a:t>
            </a:r>
            <a:endParaRPr lang="en-US" sz="1050"/>
          </a:p>
        </p:txBody>
      </p:sp>
      <p:sp>
        <p:nvSpPr>
          <p:cNvPr id="61" name="Text 28"/>
          <p:cNvSpPr/>
          <p:nvPr/>
        </p:nvSpPr>
        <p:spPr>
          <a:xfrm>
            <a:off x="8763000" y="4610100"/>
            <a:ext cx="166127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이슈 추적 및 프로젝트 관리</a:t>
            </a:r>
            <a:endParaRPr lang="en-US" sz="900"/>
          </a:p>
        </p:txBody>
      </p:sp>
      <p:sp>
        <p:nvSpPr>
          <p:cNvPr id="62" name="Text 29"/>
          <p:cNvSpPr/>
          <p:nvPr/>
        </p:nvSpPr>
        <p:spPr>
          <a:xfrm>
            <a:off x="8763000" y="5029200"/>
            <a:ext cx="83194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Slack</a:t>
            </a:r>
            <a:endParaRPr lang="en-US" sz="1050"/>
          </a:p>
        </p:txBody>
      </p:sp>
      <p:sp>
        <p:nvSpPr>
          <p:cNvPr id="63" name="Text 30"/>
          <p:cNvSpPr/>
          <p:nvPr/>
        </p:nvSpPr>
        <p:spPr>
          <a:xfrm>
            <a:off x="8763000" y="5219700"/>
            <a:ext cx="99833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팀 커뮤니케이션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879699" y="361950"/>
            <a:ext cx="6096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228600" y="990600"/>
            <a:ext cx="3759101" cy="5257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419100" y="1181100"/>
            <a:ext cx="457200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528638" y="1276350"/>
            <a:ext cx="238125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419100" y="1790700"/>
            <a:ext cx="3378101" cy="609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533400" y="1905000"/>
            <a:ext cx="342900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609600" y="2000250"/>
            <a:ext cx="1905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419100" y="2514600"/>
            <a:ext cx="3378101" cy="609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533400" y="2628900"/>
            <a:ext cx="342900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628650" y="272415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419100" y="3238500"/>
            <a:ext cx="3378101" cy="609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533400" y="3352800"/>
            <a:ext cx="342900" cy="342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628650" y="344805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419100" y="5600700"/>
            <a:ext cx="3378101" cy="4572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 rotWithShape="1">
          <a:blip r:embed="rId19"/>
          <a:stretch>
            <a:fillRect/>
          </a:stretch>
        </p:blipFill>
        <p:spPr>
          <a:xfrm>
            <a:off x="419100" y="5715000"/>
            <a:ext cx="3378101" cy="3429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 rotWithShape="1">
          <a:blip r:embed="rId20"/>
          <a:stretch>
            <a:fillRect/>
          </a:stretch>
        </p:blipFill>
        <p:spPr>
          <a:xfrm>
            <a:off x="1489472" y="5810250"/>
            <a:ext cx="1905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 rotWithShape="1">
          <a:blip r:embed="rId21"/>
          <a:stretch>
            <a:fillRect/>
          </a:stretch>
        </p:blipFill>
        <p:spPr>
          <a:xfrm>
            <a:off x="4216301" y="990600"/>
            <a:ext cx="3759250" cy="5257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 rotWithShape="1">
          <a:blip r:embed="rId22"/>
          <a:stretch>
            <a:fillRect/>
          </a:stretch>
        </p:blipFill>
        <p:spPr>
          <a:xfrm>
            <a:off x="4406801" y="1181100"/>
            <a:ext cx="457200" cy="4572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 rotWithShape="1">
          <a:blip r:embed="rId23"/>
          <a:stretch>
            <a:fillRect/>
          </a:stretch>
        </p:blipFill>
        <p:spPr>
          <a:xfrm>
            <a:off x="4516338" y="1276350"/>
            <a:ext cx="238125" cy="2667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 rotWithShape="1">
          <a:blip r:embed="rId24"/>
          <a:stretch>
            <a:fillRect/>
          </a:stretch>
        </p:blipFill>
        <p:spPr>
          <a:xfrm>
            <a:off x="4406801" y="1790700"/>
            <a:ext cx="3378250" cy="6096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 rotWithShape="1">
          <a:blip r:embed="rId25"/>
          <a:stretch>
            <a:fillRect/>
          </a:stretch>
        </p:blipFill>
        <p:spPr>
          <a:xfrm>
            <a:off x="4521101" y="1905000"/>
            <a:ext cx="342900" cy="3429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 rotWithShape="1">
          <a:blip r:embed="rId26"/>
          <a:stretch>
            <a:fillRect/>
          </a:stretch>
        </p:blipFill>
        <p:spPr>
          <a:xfrm>
            <a:off x="4616351" y="2000250"/>
            <a:ext cx="1524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 rotWithShape="1">
          <a:blip r:embed="rId27"/>
          <a:stretch>
            <a:fillRect/>
          </a:stretch>
        </p:blipFill>
        <p:spPr>
          <a:xfrm>
            <a:off x="4406801" y="2514600"/>
            <a:ext cx="3378250" cy="6096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 rotWithShape="1">
          <a:blip r:embed="rId28"/>
          <a:stretch>
            <a:fillRect/>
          </a:stretch>
        </p:blipFill>
        <p:spPr>
          <a:xfrm>
            <a:off x="4521101" y="2628900"/>
            <a:ext cx="342900" cy="3429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 rotWithShape="1">
          <a:blip r:embed="rId29"/>
          <a:stretch>
            <a:fillRect/>
          </a:stretch>
        </p:blipFill>
        <p:spPr>
          <a:xfrm>
            <a:off x="4635401" y="2724150"/>
            <a:ext cx="11430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 rotWithShape="1">
          <a:blip r:embed="rId30"/>
          <a:stretch>
            <a:fillRect/>
          </a:stretch>
        </p:blipFill>
        <p:spPr>
          <a:xfrm>
            <a:off x="4406801" y="3238500"/>
            <a:ext cx="3378250" cy="6096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 rotWithShape="1">
          <a:blip r:embed="rId31"/>
          <a:stretch>
            <a:fillRect/>
          </a:stretch>
        </p:blipFill>
        <p:spPr>
          <a:xfrm>
            <a:off x="4521101" y="3352800"/>
            <a:ext cx="342900" cy="3429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 rotWithShape="1">
          <a:blip r:embed="rId32"/>
          <a:stretch>
            <a:fillRect/>
          </a:stretch>
        </p:blipFill>
        <p:spPr>
          <a:xfrm>
            <a:off x="4635401" y="3448050"/>
            <a:ext cx="114300" cy="1524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 rotWithShape="1">
          <a:blip r:embed="rId33"/>
          <a:stretch>
            <a:fillRect/>
          </a:stretch>
        </p:blipFill>
        <p:spPr>
          <a:xfrm>
            <a:off x="4406801" y="3962400"/>
            <a:ext cx="3378250" cy="6096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 rotWithShape="1">
          <a:blip r:embed="rId34"/>
          <a:stretch>
            <a:fillRect/>
          </a:stretch>
        </p:blipFill>
        <p:spPr>
          <a:xfrm>
            <a:off x="4521101" y="4076700"/>
            <a:ext cx="342900" cy="3429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 rotWithShape="1">
          <a:blip r:embed="rId35"/>
          <a:stretch>
            <a:fillRect/>
          </a:stretch>
        </p:blipFill>
        <p:spPr>
          <a:xfrm>
            <a:off x="4597301" y="4171950"/>
            <a:ext cx="190500" cy="1524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 rotWithShape="1">
          <a:blip r:embed="rId36"/>
          <a:stretch>
            <a:fillRect/>
          </a:stretch>
        </p:blipFill>
        <p:spPr>
          <a:xfrm>
            <a:off x="4406801" y="5600700"/>
            <a:ext cx="3378250" cy="4572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 rotWithShape="1">
          <a:blip r:embed="rId37"/>
          <a:stretch>
            <a:fillRect/>
          </a:stretch>
        </p:blipFill>
        <p:spPr>
          <a:xfrm>
            <a:off x="4406801" y="5715000"/>
            <a:ext cx="3378250" cy="3429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 rotWithShape="1">
          <a:blip r:embed="rId38"/>
          <a:stretch>
            <a:fillRect/>
          </a:stretch>
        </p:blipFill>
        <p:spPr>
          <a:xfrm>
            <a:off x="5543996" y="5810250"/>
            <a:ext cx="190500" cy="1524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 rotWithShape="1">
          <a:blip r:embed="rId39"/>
          <a:stretch>
            <a:fillRect/>
          </a:stretch>
        </p:blipFill>
        <p:spPr>
          <a:xfrm>
            <a:off x="8204150" y="990600"/>
            <a:ext cx="3759101" cy="52578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 rotWithShape="1">
          <a:blip r:embed="rId40"/>
          <a:stretch>
            <a:fillRect/>
          </a:stretch>
        </p:blipFill>
        <p:spPr>
          <a:xfrm>
            <a:off x="8394650" y="1181100"/>
            <a:ext cx="457200" cy="45720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 rotWithShape="1">
          <a:blip r:embed="rId41"/>
          <a:stretch>
            <a:fillRect/>
          </a:stretch>
        </p:blipFill>
        <p:spPr>
          <a:xfrm>
            <a:off x="8528000" y="1276350"/>
            <a:ext cx="190500" cy="26670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 rotWithShape="1">
          <a:blip r:embed="rId42"/>
          <a:stretch>
            <a:fillRect/>
          </a:stretch>
        </p:blipFill>
        <p:spPr>
          <a:xfrm>
            <a:off x="8394650" y="1790700"/>
            <a:ext cx="3378101" cy="60960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 rotWithShape="1">
          <a:blip r:embed="rId43"/>
          <a:stretch>
            <a:fillRect/>
          </a:stretch>
        </p:blipFill>
        <p:spPr>
          <a:xfrm>
            <a:off x="8508950" y="1905000"/>
            <a:ext cx="342900" cy="342900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 rotWithShape="1">
          <a:blip r:embed="rId44"/>
          <a:stretch>
            <a:fillRect/>
          </a:stretch>
        </p:blipFill>
        <p:spPr>
          <a:xfrm>
            <a:off x="8623250" y="2000250"/>
            <a:ext cx="114300" cy="152400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 rotWithShape="1">
          <a:blip r:embed="rId45"/>
          <a:stretch>
            <a:fillRect/>
          </a:stretch>
        </p:blipFill>
        <p:spPr>
          <a:xfrm>
            <a:off x="8394650" y="2514600"/>
            <a:ext cx="3378101" cy="762000"/>
          </a:xfrm>
          <a:prstGeom prst="rect">
            <a:avLst/>
          </a:prstGeom>
        </p:spPr>
      </p:pic>
      <p:pic>
        <p:nvPicPr>
          <p:cNvPr id="45" name="Image 43" descr="preencoded.png"/>
          <p:cNvPicPr>
            <a:picLocks noChangeAspect="1"/>
          </p:cNvPicPr>
          <p:nvPr/>
        </p:nvPicPr>
        <p:blipFill rotWithShape="1">
          <a:blip r:embed="rId46"/>
          <a:stretch>
            <a:fillRect/>
          </a:stretch>
        </p:blipFill>
        <p:spPr>
          <a:xfrm>
            <a:off x="8508950" y="2628900"/>
            <a:ext cx="342900" cy="342900"/>
          </a:xfrm>
          <a:prstGeom prst="rect">
            <a:avLst/>
          </a:prstGeom>
        </p:spPr>
      </p:pic>
      <p:pic>
        <p:nvPicPr>
          <p:cNvPr id="46" name="Image 44" descr="preencoded.png"/>
          <p:cNvPicPr>
            <a:picLocks noChangeAspect="1"/>
          </p:cNvPicPr>
          <p:nvPr/>
        </p:nvPicPr>
        <p:blipFill rotWithShape="1">
          <a:blip r:embed="rId47"/>
          <a:stretch>
            <a:fillRect/>
          </a:stretch>
        </p:blipFill>
        <p:spPr>
          <a:xfrm>
            <a:off x="8604200" y="2724150"/>
            <a:ext cx="152400" cy="152400"/>
          </a:xfrm>
          <a:prstGeom prst="rect">
            <a:avLst/>
          </a:prstGeom>
        </p:spPr>
      </p:pic>
      <p:pic>
        <p:nvPicPr>
          <p:cNvPr id="47" name="Image 45" descr="preencoded.png"/>
          <p:cNvPicPr>
            <a:picLocks noChangeAspect="1"/>
          </p:cNvPicPr>
          <p:nvPr/>
        </p:nvPicPr>
        <p:blipFill rotWithShape="1">
          <a:blip r:embed="rId48"/>
          <a:stretch>
            <a:fillRect/>
          </a:stretch>
        </p:blipFill>
        <p:spPr>
          <a:xfrm>
            <a:off x="8394650" y="3390900"/>
            <a:ext cx="3378101" cy="609600"/>
          </a:xfrm>
          <a:prstGeom prst="rect">
            <a:avLst/>
          </a:prstGeom>
        </p:spPr>
      </p:pic>
      <p:pic>
        <p:nvPicPr>
          <p:cNvPr id="48" name="Image 46" descr="preencoded.png"/>
          <p:cNvPicPr>
            <a:picLocks noChangeAspect="1"/>
          </p:cNvPicPr>
          <p:nvPr/>
        </p:nvPicPr>
        <p:blipFill rotWithShape="1">
          <a:blip r:embed="rId49"/>
          <a:stretch>
            <a:fillRect/>
          </a:stretch>
        </p:blipFill>
        <p:spPr>
          <a:xfrm>
            <a:off x="8508950" y="3505200"/>
            <a:ext cx="342900" cy="342900"/>
          </a:xfrm>
          <a:prstGeom prst="rect">
            <a:avLst/>
          </a:prstGeom>
        </p:spPr>
      </p:pic>
      <p:pic>
        <p:nvPicPr>
          <p:cNvPr id="49" name="Image 47" descr="preencoded.png"/>
          <p:cNvPicPr>
            <a:picLocks noChangeAspect="1"/>
          </p:cNvPicPr>
          <p:nvPr/>
        </p:nvPicPr>
        <p:blipFill rotWithShape="1">
          <a:blip r:embed="rId50"/>
          <a:stretch>
            <a:fillRect/>
          </a:stretch>
        </p:blipFill>
        <p:spPr>
          <a:xfrm>
            <a:off x="8604200" y="3600450"/>
            <a:ext cx="152400" cy="152400"/>
          </a:xfrm>
          <a:prstGeom prst="rect">
            <a:avLst/>
          </a:prstGeom>
        </p:spPr>
      </p:pic>
      <p:pic>
        <p:nvPicPr>
          <p:cNvPr id="50" name="Image 48" descr="preencoded.png"/>
          <p:cNvPicPr>
            <a:picLocks noChangeAspect="1"/>
          </p:cNvPicPr>
          <p:nvPr/>
        </p:nvPicPr>
        <p:blipFill rotWithShape="1">
          <a:blip r:embed="rId51"/>
          <a:stretch>
            <a:fillRect/>
          </a:stretch>
        </p:blipFill>
        <p:spPr>
          <a:xfrm>
            <a:off x="8394650" y="4114800"/>
            <a:ext cx="3378101" cy="609600"/>
          </a:xfrm>
          <a:prstGeom prst="rect">
            <a:avLst/>
          </a:prstGeom>
        </p:spPr>
      </p:pic>
      <p:pic>
        <p:nvPicPr>
          <p:cNvPr id="51" name="Image 49" descr="preencoded.png"/>
          <p:cNvPicPr>
            <a:picLocks noChangeAspect="1"/>
          </p:cNvPicPr>
          <p:nvPr/>
        </p:nvPicPr>
        <p:blipFill rotWithShape="1">
          <a:blip r:embed="rId52"/>
          <a:stretch>
            <a:fillRect/>
          </a:stretch>
        </p:blipFill>
        <p:spPr>
          <a:xfrm>
            <a:off x="8508950" y="4229100"/>
            <a:ext cx="342900" cy="342900"/>
          </a:xfrm>
          <a:prstGeom prst="rect">
            <a:avLst/>
          </a:prstGeom>
        </p:spPr>
      </p:pic>
      <p:pic>
        <p:nvPicPr>
          <p:cNvPr id="52" name="Image 50" descr="preencoded.png"/>
          <p:cNvPicPr>
            <a:picLocks noChangeAspect="1"/>
          </p:cNvPicPr>
          <p:nvPr/>
        </p:nvPicPr>
        <p:blipFill rotWithShape="1">
          <a:blip r:embed="rId53"/>
          <a:stretch>
            <a:fillRect/>
          </a:stretch>
        </p:blipFill>
        <p:spPr>
          <a:xfrm>
            <a:off x="8594675" y="4324350"/>
            <a:ext cx="171450" cy="152400"/>
          </a:xfrm>
          <a:prstGeom prst="rect">
            <a:avLst/>
          </a:prstGeom>
        </p:spPr>
      </p:pic>
      <p:pic>
        <p:nvPicPr>
          <p:cNvPr id="53" name="Image 51" descr="preencoded.png"/>
          <p:cNvPicPr>
            <a:picLocks noChangeAspect="1"/>
          </p:cNvPicPr>
          <p:nvPr/>
        </p:nvPicPr>
        <p:blipFill rotWithShape="1">
          <a:blip r:embed="rId54"/>
          <a:stretch>
            <a:fillRect/>
          </a:stretch>
        </p:blipFill>
        <p:spPr>
          <a:xfrm>
            <a:off x="8394650" y="4838700"/>
            <a:ext cx="3378101" cy="609600"/>
          </a:xfrm>
          <a:prstGeom prst="rect">
            <a:avLst/>
          </a:prstGeom>
        </p:spPr>
      </p:pic>
      <p:pic>
        <p:nvPicPr>
          <p:cNvPr id="54" name="Image 52" descr="preencoded.png"/>
          <p:cNvPicPr>
            <a:picLocks noChangeAspect="1"/>
          </p:cNvPicPr>
          <p:nvPr/>
        </p:nvPicPr>
        <p:blipFill rotWithShape="1">
          <a:blip r:embed="rId55"/>
          <a:stretch>
            <a:fillRect/>
          </a:stretch>
        </p:blipFill>
        <p:spPr>
          <a:xfrm>
            <a:off x="8508950" y="4953000"/>
            <a:ext cx="342900" cy="342900"/>
          </a:xfrm>
          <a:prstGeom prst="rect">
            <a:avLst/>
          </a:prstGeom>
        </p:spPr>
      </p:pic>
      <p:pic>
        <p:nvPicPr>
          <p:cNvPr id="55" name="Image 53" descr="preencoded.png"/>
          <p:cNvPicPr>
            <a:picLocks noChangeAspect="1"/>
          </p:cNvPicPr>
          <p:nvPr/>
        </p:nvPicPr>
        <p:blipFill rotWithShape="1">
          <a:blip r:embed="rId56"/>
          <a:stretch>
            <a:fillRect/>
          </a:stretch>
        </p:blipFill>
        <p:spPr>
          <a:xfrm>
            <a:off x="8585150" y="5048250"/>
            <a:ext cx="190500" cy="152400"/>
          </a:xfrm>
          <a:prstGeom prst="rect">
            <a:avLst/>
          </a:prstGeom>
        </p:spPr>
      </p:pic>
      <p:pic>
        <p:nvPicPr>
          <p:cNvPr id="56" name="Image 54" descr="preencoded.png"/>
          <p:cNvPicPr>
            <a:picLocks noChangeAspect="1"/>
          </p:cNvPicPr>
          <p:nvPr/>
        </p:nvPicPr>
        <p:blipFill rotWithShape="1">
          <a:blip r:embed="rId57"/>
          <a:stretch>
            <a:fillRect/>
          </a:stretch>
        </p:blipFill>
        <p:spPr>
          <a:xfrm>
            <a:off x="8394650" y="5600700"/>
            <a:ext cx="3378101" cy="457200"/>
          </a:xfrm>
          <a:prstGeom prst="rect">
            <a:avLst/>
          </a:prstGeom>
        </p:spPr>
      </p:pic>
      <p:pic>
        <p:nvPicPr>
          <p:cNvPr id="57" name="Image 55" descr="preencoded.png"/>
          <p:cNvPicPr>
            <a:picLocks noChangeAspect="1"/>
          </p:cNvPicPr>
          <p:nvPr/>
        </p:nvPicPr>
        <p:blipFill rotWithShape="1">
          <a:blip r:embed="rId58"/>
          <a:stretch>
            <a:fillRect/>
          </a:stretch>
        </p:blipFill>
        <p:spPr>
          <a:xfrm>
            <a:off x="8394650" y="5715000"/>
            <a:ext cx="3378101" cy="342900"/>
          </a:xfrm>
          <a:prstGeom prst="rect">
            <a:avLst/>
          </a:prstGeom>
        </p:spPr>
      </p:pic>
      <p:pic>
        <p:nvPicPr>
          <p:cNvPr id="58" name="Image 56" descr="preencoded.png"/>
          <p:cNvPicPr>
            <a:picLocks noChangeAspect="1"/>
          </p:cNvPicPr>
          <p:nvPr/>
        </p:nvPicPr>
        <p:blipFill rotWithShape="1">
          <a:blip r:embed="rId59"/>
          <a:stretch>
            <a:fillRect/>
          </a:stretch>
        </p:blipFill>
        <p:spPr>
          <a:xfrm>
            <a:off x="9465022" y="5810250"/>
            <a:ext cx="190500" cy="152400"/>
          </a:xfrm>
          <a:prstGeom prst="rect">
            <a:avLst/>
          </a:prstGeom>
        </p:spPr>
      </p:pic>
      <p:sp>
        <p:nvSpPr>
          <p:cNvPr id="60" name="Text 0"/>
          <p:cNvSpPr/>
          <p:nvPr/>
        </p:nvSpPr>
        <p:spPr>
          <a:xfrm>
            <a:off x="228600" y="228600"/>
            <a:ext cx="1798439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400"/>
              </a:lnSpc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주요 기능 소개</a:t>
            </a:r>
            <a:endParaRPr lang="en-US" sz="1800"/>
          </a:p>
        </p:txBody>
      </p:sp>
      <p:sp>
        <p:nvSpPr>
          <p:cNvPr id="61" name="Text 1"/>
          <p:cNvSpPr/>
          <p:nvPr/>
        </p:nvSpPr>
        <p:spPr>
          <a:xfrm>
            <a:off x="228600" y="571500"/>
            <a:ext cx="117348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관리자, 교수자, 학습자 세 가지 사용자 역할에 따른 주요 기능</a:t>
            </a:r>
            <a:endParaRPr lang="en-US" sz="1050"/>
          </a:p>
        </p:txBody>
      </p:sp>
      <p:sp>
        <p:nvSpPr>
          <p:cNvPr id="62" name="Text 2"/>
          <p:cNvSpPr/>
          <p:nvPr/>
        </p:nvSpPr>
        <p:spPr>
          <a:xfrm>
            <a:off x="990600" y="1276350"/>
            <a:ext cx="685800" cy="2667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관리자</a:t>
            </a:r>
            <a:endParaRPr lang="en-US" sz="1500"/>
          </a:p>
        </p:txBody>
      </p:sp>
      <p:sp>
        <p:nvSpPr>
          <p:cNvPr id="63" name="Text 3"/>
          <p:cNvSpPr/>
          <p:nvPr/>
        </p:nvSpPr>
        <p:spPr>
          <a:xfrm>
            <a:off x="990600" y="1905000"/>
            <a:ext cx="259094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사용자/강의 통합 관리</a:t>
            </a:r>
            <a:endParaRPr lang="en-US" sz="1050"/>
          </a:p>
        </p:txBody>
      </p:sp>
      <p:sp>
        <p:nvSpPr>
          <p:cNvPr id="64" name="Text 4"/>
          <p:cNvSpPr/>
          <p:nvPr/>
        </p:nvSpPr>
        <p:spPr>
          <a:xfrm>
            <a:off x="990600" y="2133600"/>
            <a:ext cx="310913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시스템의 사용자 및 강의를 효과적으로 관리합니다.</a:t>
            </a:r>
            <a:endParaRPr lang="en-US" sz="900"/>
          </a:p>
        </p:txBody>
      </p:sp>
      <p:sp>
        <p:nvSpPr>
          <p:cNvPr id="65" name="Text 5"/>
          <p:cNvSpPr/>
          <p:nvPr/>
        </p:nvSpPr>
        <p:spPr>
          <a:xfrm>
            <a:off x="990600" y="2628900"/>
            <a:ext cx="239404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학습 통계 대시보드</a:t>
            </a:r>
            <a:endParaRPr lang="en-US" sz="1050"/>
          </a:p>
        </p:txBody>
      </p:sp>
      <p:sp>
        <p:nvSpPr>
          <p:cNvPr id="66" name="Text 6"/>
          <p:cNvSpPr/>
          <p:nvPr/>
        </p:nvSpPr>
        <p:spPr>
          <a:xfrm>
            <a:off x="990600" y="2857500"/>
            <a:ext cx="287285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전체 학습 데이터 및 통계 정보를 시각화합니다.</a:t>
            </a:r>
            <a:endParaRPr lang="en-US" sz="900"/>
          </a:p>
        </p:txBody>
      </p:sp>
      <p:sp>
        <p:nvSpPr>
          <p:cNvPr id="67" name="Text 7"/>
          <p:cNvSpPr/>
          <p:nvPr/>
        </p:nvSpPr>
        <p:spPr>
          <a:xfrm>
            <a:off x="990600" y="3352800"/>
            <a:ext cx="227974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시스템 설정 관리</a:t>
            </a:r>
            <a:endParaRPr lang="en-US" sz="1050"/>
          </a:p>
        </p:txBody>
      </p:sp>
      <p:sp>
        <p:nvSpPr>
          <p:cNvPr id="68" name="Text 8"/>
          <p:cNvSpPr/>
          <p:nvPr/>
        </p:nvSpPr>
        <p:spPr>
          <a:xfrm>
            <a:off x="990600" y="3581400"/>
            <a:ext cx="27356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시스템 환경 설정 및 권한 관리를 수행합니다.</a:t>
            </a:r>
            <a:endParaRPr lang="en-US" sz="900"/>
          </a:p>
        </p:txBody>
      </p:sp>
      <p:sp>
        <p:nvSpPr>
          <p:cNvPr id="69" name="Text 9"/>
          <p:cNvSpPr/>
          <p:nvPr/>
        </p:nvSpPr>
        <p:spPr>
          <a:xfrm>
            <a:off x="1756172" y="5791200"/>
            <a:ext cx="116461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관리자 대시보드</a:t>
            </a:r>
            <a:endParaRPr lang="en-US" sz="1050"/>
          </a:p>
        </p:txBody>
      </p:sp>
      <p:sp>
        <p:nvSpPr>
          <p:cNvPr id="70" name="Text 10"/>
          <p:cNvSpPr/>
          <p:nvPr/>
        </p:nvSpPr>
        <p:spPr>
          <a:xfrm>
            <a:off x="4978301" y="1276350"/>
            <a:ext cx="685800" cy="2667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교수자</a:t>
            </a:r>
            <a:endParaRPr lang="en-US" sz="1500"/>
          </a:p>
        </p:txBody>
      </p:sp>
      <p:sp>
        <p:nvSpPr>
          <p:cNvPr id="71" name="Text 11"/>
          <p:cNvSpPr/>
          <p:nvPr/>
        </p:nvSpPr>
        <p:spPr>
          <a:xfrm>
            <a:off x="4978301" y="1905000"/>
            <a:ext cx="18415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강의 개설</a:t>
            </a:r>
            <a:endParaRPr lang="en-US" sz="1050"/>
          </a:p>
        </p:txBody>
      </p:sp>
      <p:sp>
        <p:nvSpPr>
          <p:cNvPr id="72" name="Text 12"/>
          <p:cNvSpPr/>
          <p:nvPr/>
        </p:nvSpPr>
        <p:spPr>
          <a:xfrm>
            <a:off x="4978301" y="2133600"/>
            <a:ext cx="220991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새로운 강의를 생성하고 관리합니다.</a:t>
            </a:r>
            <a:endParaRPr lang="en-US" sz="900"/>
          </a:p>
        </p:txBody>
      </p:sp>
      <p:sp>
        <p:nvSpPr>
          <p:cNvPr id="73" name="Text 13"/>
          <p:cNvSpPr/>
          <p:nvPr/>
        </p:nvSpPr>
        <p:spPr>
          <a:xfrm>
            <a:off x="4978301" y="2628900"/>
            <a:ext cx="24575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콘텐츠 관리</a:t>
            </a:r>
            <a:endParaRPr lang="en-US" sz="1050"/>
          </a:p>
        </p:txBody>
      </p:sp>
      <p:sp>
        <p:nvSpPr>
          <p:cNvPr id="74" name="Text 14"/>
          <p:cNvSpPr/>
          <p:nvPr/>
        </p:nvSpPr>
        <p:spPr>
          <a:xfrm>
            <a:off x="4978301" y="2857500"/>
            <a:ext cx="294911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영상, 문서, 퀴즈 등 다양한 콘텐츠를 관리합니다.</a:t>
            </a:r>
            <a:endParaRPr lang="en-US" sz="900"/>
          </a:p>
        </p:txBody>
      </p:sp>
      <p:sp>
        <p:nvSpPr>
          <p:cNvPr id="75" name="Text 15"/>
          <p:cNvSpPr/>
          <p:nvPr/>
        </p:nvSpPr>
        <p:spPr>
          <a:xfrm>
            <a:off x="4978301" y="3352800"/>
            <a:ext cx="24448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수강생 성적 및 진도 관리</a:t>
            </a:r>
            <a:endParaRPr lang="en-US" sz="1050"/>
          </a:p>
        </p:txBody>
      </p:sp>
      <p:sp>
        <p:nvSpPr>
          <p:cNvPr id="76" name="Text 16"/>
          <p:cNvSpPr/>
          <p:nvPr/>
        </p:nvSpPr>
        <p:spPr>
          <a:xfrm>
            <a:off x="4978301" y="3581400"/>
            <a:ext cx="293376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수강생의 학습 상태를 모니터링하고 평가합니다.</a:t>
            </a:r>
            <a:endParaRPr lang="en-US" sz="900"/>
          </a:p>
        </p:txBody>
      </p:sp>
      <p:sp>
        <p:nvSpPr>
          <p:cNvPr id="77" name="Text 17"/>
          <p:cNvSpPr/>
          <p:nvPr/>
        </p:nvSpPr>
        <p:spPr>
          <a:xfrm>
            <a:off x="4978301" y="4076700"/>
            <a:ext cx="247664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피드백 제공</a:t>
            </a:r>
            <a:endParaRPr lang="en-US" sz="1050"/>
          </a:p>
        </p:txBody>
      </p:sp>
      <p:sp>
        <p:nvSpPr>
          <p:cNvPr id="78" name="Text 18"/>
          <p:cNvSpPr/>
          <p:nvPr/>
        </p:nvSpPr>
        <p:spPr>
          <a:xfrm>
            <a:off x="4978301" y="4305300"/>
            <a:ext cx="297197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학습자의 과제와 활동에 대한 피드백을 남깁니다.</a:t>
            </a:r>
            <a:endParaRPr lang="en-US" sz="900"/>
          </a:p>
        </p:txBody>
      </p:sp>
      <p:sp>
        <p:nvSpPr>
          <p:cNvPr id="79" name="Text 19"/>
          <p:cNvSpPr/>
          <p:nvPr/>
        </p:nvSpPr>
        <p:spPr>
          <a:xfrm>
            <a:off x="5810696" y="5791200"/>
            <a:ext cx="100459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교수자 강의실</a:t>
            </a:r>
            <a:endParaRPr lang="en-US" sz="1050"/>
          </a:p>
        </p:txBody>
      </p:sp>
      <p:sp>
        <p:nvSpPr>
          <p:cNvPr id="80" name="Text 20"/>
          <p:cNvSpPr/>
          <p:nvPr/>
        </p:nvSpPr>
        <p:spPr>
          <a:xfrm>
            <a:off x="8966150" y="1276350"/>
            <a:ext cx="685800" cy="2667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학습자</a:t>
            </a:r>
            <a:endParaRPr lang="en-US" sz="1500"/>
          </a:p>
        </p:txBody>
      </p:sp>
      <p:sp>
        <p:nvSpPr>
          <p:cNvPr id="81" name="Text 21"/>
          <p:cNvSpPr/>
          <p:nvPr/>
        </p:nvSpPr>
        <p:spPr>
          <a:xfrm>
            <a:off x="8966150" y="1905000"/>
            <a:ext cx="22162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수강 신청</a:t>
            </a:r>
            <a:endParaRPr lang="en-US" sz="1050"/>
          </a:p>
        </p:txBody>
      </p:sp>
      <p:sp>
        <p:nvSpPr>
          <p:cNvPr id="82" name="Text 22"/>
          <p:cNvSpPr/>
          <p:nvPr/>
        </p:nvSpPr>
        <p:spPr>
          <a:xfrm>
            <a:off x="8966150" y="2133600"/>
            <a:ext cx="265944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원하는 강의에 신청하고 수강을 시작합니다.</a:t>
            </a:r>
            <a:endParaRPr lang="en-US" sz="900"/>
          </a:p>
        </p:txBody>
      </p:sp>
      <p:sp>
        <p:nvSpPr>
          <p:cNvPr id="83" name="Text 23"/>
          <p:cNvSpPr/>
          <p:nvPr/>
        </p:nvSpPr>
        <p:spPr>
          <a:xfrm>
            <a:off x="8966150" y="2628900"/>
            <a:ext cx="2692301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강의 수강</a:t>
            </a:r>
            <a:endParaRPr lang="en-US" sz="1050"/>
          </a:p>
        </p:txBody>
      </p:sp>
      <p:sp>
        <p:nvSpPr>
          <p:cNvPr id="84" name="Text 24"/>
          <p:cNvSpPr/>
          <p:nvPr/>
        </p:nvSpPr>
        <p:spPr>
          <a:xfrm>
            <a:off x="8966150" y="2857500"/>
            <a:ext cx="2692301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비디오, 문서 등 다양한 형태의 강의 내용을 수강합니다.</a:t>
            </a:r>
            <a:endParaRPr lang="en-US" sz="900"/>
          </a:p>
        </p:txBody>
      </p:sp>
      <p:sp>
        <p:nvSpPr>
          <p:cNvPr id="85" name="Text 25"/>
          <p:cNvSpPr/>
          <p:nvPr/>
        </p:nvSpPr>
        <p:spPr>
          <a:xfrm>
            <a:off x="8966150" y="3505200"/>
            <a:ext cx="22162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과제/퀴즈 제출</a:t>
            </a:r>
            <a:endParaRPr lang="en-US" sz="1050"/>
          </a:p>
        </p:txBody>
      </p:sp>
      <p:sp>
        <p:nvSpPr>
          <p:cNvPr id="86" name="Text 26"/>
          <p:cNvSpPr/>
          <p:nvPr/>
        </p:nvSpPr>
        <p:spPr>
          <a:xfrm>
            <a:off x="8966150" y="3733800"/>
            <a:ext cx="265944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출제된 과제와 퀴즈에 답변하고 제출합니다.</a:t>
            </a:r>
            <a:endParaRPr lang="en-US" sz="900"/>
          </a:p>
        </p:txBody>
      </p:sp>
      <p:sp>
        <p:nvSpPr>
          <p:cNvPr id="87" name="Text 27"/>
          <p:cNvSpPr/>
          <p:nvPr/>
        </p:nvSpPr>
        <p:spPr>
          <a:xfrm>
            <a:off x="8966150" y="4229100"/>
            <a:ext cx="1873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학습 대시보드</a:t>
            </a:r>
            <a:endParaRPr lang="en-US" sz="1050"/>
          </a:p>
        </p:txBody>
      </p:sp>
      <p:sp>
        <p:nvSpPr>
          <p:cNvPr id="88" name="Text 28"/>
          <p:cNvSpPr/>
          <p:nvPr/>
        </p:nvSpPr>
        <p:spPr>
          <a:xfrm>
            <a:off x="8966150" y="4457700"/>
            <a:ext cx="224796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개인 학습 진도와 결과를 확인합니다.</a:t>
            </a:r>
            <a:endParaRPr lang="en-US" sz="900"/>
          </a:p>
        </p:txBody>
      </p:sp>
      <p:sp>
        <p:nvSpPr>
          <p:cNvPr id="89" name="Text 29"/>
          <p:cNvSpPr/>
          <p:nvPr/>
        </p:nvSpPr>
        <p:spPr>
          <a:xfrm>
            <a:off x="8966150" y="4953000"/>
            <a:ext cx="1873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소통 및 커뮤니티</a:t>
            </a:r>
            <a:endParaRPr lang="en-US" sz="1050"/>
          </a:p>
        </p:txBody>
      </p:sp>
      <p:sp>
        <p:nvSpPr>
          <p:cNvPr id="90" name="Text 30"/>
          <p:cNvSpPr/>
          <p:nvPr/>
        </p:nvSpPr>
        <p:spPr>
          <a:xfrm>
            <a:off x="8966150" y="5181600"/>
            <a:ext cx="224796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교수자 및 다른 학습자와 소통합니다.</a:t>
            </a:r>
            <a:endParaRPr lang="en-US" sz="900"/>
          </a:p>
        </p:txBody>
      </p:sp>
      <p:sp>
        <p:nvSpPr>
          <p:cNvPr id="91" name="Text 31"/>
          <p:cNvSpPr/>
          <p:nvPr/>
        </p:nvSpPr>
        <p:spPr>
          <a:xfrm>
            <a:off x="9731722" y="5791200"/>
            <a:ext cx="116461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학습자 대시보드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228600" y="990600"/>
            <a:ext cx="7759601" cy="4991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381000" y="1143000"/>
            <a:ext cx="7454801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8178701" y="990600"/>
            <a:ext cx="3784699" cy="4991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8331101" y="1143000"/>
            <a:ext cx="3479899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8407301" y="1704975"/>
            <a:ext cx="171450" cy="1333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8407301" y="2276475"/>
            <a:ext cx="171450" cy="1333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8407301" y="3000375"/>
            <a:ext cx="133350" cy="1333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8407301" y="3571875"/>
            <a:ext cx="104775" cy="1333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8407301" y="4143375"/>
            <a:ext cx="133350" cy="1333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8331101" y="4686300"/>
            <a:ext cx="3479899" cy="1143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8331101" y="4829175"/>
            <a:ext cx="152400" cy="1333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8331101" y="5067300"/>
            <a:ext cx="1701850" cy="342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8407301" y="5143500"/>
            <a:ext cx="190500" cy="190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10109150" y="5067300"/>
            <a:ext cx="1701850" cy="3429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 rotWithShape="1">
          <a:blip r:embed="rId19"/>
          <a:stretch>
            <a:fillRect/>
          </a:stretch>
        </p:blipFill>
        <p:spPr>
          <a:xfrm>
            <a:off x="10185350" y="5143500"/>
            <a:ext cx="190500" cy="1905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 rotWithShape="1">
          <a:blip r:embed="rId20"/>
          <a:stretch>
            <a:fillRect/>
          </a:stretch>
        </p:blipFill>
        <p:spPr>
          <a:xfrm>
            <a:off x="8331101" y="5486400"/>
            <a:ext cx="1701850" cy="3429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 rotWithShape="1">
          <a:blip r:embed="rId21"/>
          <a:stretch>
            <a:fillRect/>
          </a:stretch>
        </p:blipFill>
        <p:spPr>
          <a:xfrm>
            <a:off x="8407301" y="5562600"/>
            <a:ext cx="190500" cy="1905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 rotWithShape="1">
          <a:blip r:embed="rId22"/>
          <a:stretch>
            <a:fillRect/>
          </a:stretch>
        </p:blipFill>
        <p:spPr>
          <a:xfrm>
            <a:off x="10109150" y="5486400"/>
            <a:ext cx="1701850" cy="3429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 rotWithShape="1">
          <a:blip r:embed="rId23"/>
          <a:stretch>
            <a:fillRect/>
          </a:stretch>
        </p:blipFill>
        <p:spPr>
          <a:xfrm>
            <a:off x="10185350" y="5562600"/>
            <a:ext cx="190500" cy="190500"/>
          </a:xfrm>
          <a:prstGeom prst="rect">
            <a:avLst/>
          </a:prstGeom>
        </p:spPr>
      </p:pic>
      <p:sp>
        <p:nvSpPr>
          <p:cNvPr id="27" name="Text 1"/>
          <p:cNvSpPr/>
          <p:nvPr/>
        </p:nvSpPr>
        <p:spPr>
          <a:xfrm>
            <a:off x="228600" y="571500"/>
            <a:ext cx="117348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ko-KR" altLang="en-US" sz="105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강사와 학생의 소통 기반 </a:t>
            </a:r>
            <a:r>
              <a:rPr lang="en-US" altLang="ko-KR" sz="105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LMS</a:t>
            </a:r>
            <a:r>
              <a:rPr lang="ko-KR" altLang="en-US" sz="105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 플렛폼 </a:t>
            </a:r>
            <a:r>
              <a:rPr lang="en-US" sz="105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데이터베이스 구조와 테이블 간 관계도</a:t>
            </a:r>
            <a:endParaRPr lang="en-US" sz="1050">
              <a:solidFill>
                <a:srgbClr val="67e8f9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28" name="Text 2"/>
          <p:cNvSpPr/>
          <p:nvPr/>
        </p:nvSpPr>
        <p:spPr>
          <a:xfrm>
            <a:off x="381000" y="1143000"/>
            <a:ext cx="7454801" cy="3429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ko-KR" altLang="en-US"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관리자 페이지 클래스 다이어그램</a:t>
            </a:r>
            <a:endParaRPr lang="ko-KR" altLang="en-US" sz="1350" b="1"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29" name="Text 3"/>
          <p:cNvSpPr/>
          <p:nvPr/>
        </p:nvSpPr>
        <p:spPr>
          <a:xfrm>
            <a:off x="8331101" y="1143000"/>
            <a:ext cx="3479899" cy="3429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주요 엔티티 및 관계</a:t>
            </a:r>
            <a:endParaRPr lang="en-US" sz="1350"/>
          </a:p>
        </p:txBody>
      </p:sp>
      <p:sp>
        <p:nvSpPr>
          <p:cNvPr id="30" name="Text 4"/>
          <p:cNvSpPr/>
          <p:nvPr/>
        </p:nvSpPr>
        <p:spPr>
          <a:xfrm>
            <a:off x="8654951" y="16764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Users</a:t>
            </a:r>
            <a:endParaRPr lang="en-US" sz="1050"/>
          </a:p>
        </p:txBody>
      </p:sp>
      <p:sp>
        <p:nvSpPr>
          <p:cNvPr id="31" name="Text 5"/>
          <p:cNvSpPr/>
          <p:nvPr/>
        </p:nvSpPr>
        <p:spPr>
          <a:xfrm>
            <a:off x="8407301" y="1866900"/>
            <a:ext cx="39929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시스템 사용자 정보. 교수자/학습자로 구분됩니다.</a:t>
            </a:r>
            <a:endParaRPr lang="en-US" sz="900"/>
          </a:p>
        </p:txBody>
      </p:sp>
      <p:sp>
        <p:nvSpPr>
          <p:cNvPr id="32" name="Text 6"/>
          <p:cNvSpPr/>
          <p:nvPr/>
        </p:nvSpPr>
        <p:spPr>
          <a:xfrm>
            <a:off x="8654951" y="22479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Courses</a:t>
            </a:r>
            <a:endParaRPr lang="en-US" sz="1050"/>
          </a:p>
        </p:txBody>
      </p:sp>
      <p:sp>
        <p:nvSpPr>
          <p:cNvPr id="33" name="Text 7"/>
          <p:cNvSpPr/>
          <p:nvPr/>
        </p:nvSpPr>
        <p:spPr>
          <a:xfrm>
            <a:off x="8407301" y="2438400"/>
            <a:ext cx="3327499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강의 정보를 담고 있는 테이블입니다. 교수자별 강의 개설 가능합니다.</a:t>
            </a:r>
            <a:endParaRPr lang="en-US" sz="900"/>
          </a:p>
        </p:txBody>
      </p:sp>
      <p:sp>
        <p:nvSpPr>
          <p:cNvPr id="34" name="Text 8"/>
          <p:cNvSpPr/>
          <p:nvPr/>
        </p:nvSpPr>
        <p:spPr>
          <a:xfrm>
            <a:off x="8616851" y="29718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Lectures</a:t>
            </a:r>
            <a:endParaRPr lang="en-US" sz="1050"/>
          </a:p>
        </p:txBody>
      </p:sp>
      <p:sp>
        <p:nvSpPr>
          <p:cNvPr id="35" name="Text 9"/>
          <p:cNvSpPr/>
          <p:nvPr/>
        </p:nvSpPr>
        <p:spPr>
          <a:xfrm>
            <a:off x="8407301" y="3162300"/>
            <a:ext cx="39929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강의의 개별 수업입니다. 강의당 여러 수업이 포함됩니다.</a:t>
            </a:r>
            <a:endParaRPr lang="en-US" sz="900"/>
          </a:p>
        </p:txBody>
      </p:sp>
      <p:sp>
        <p:nvSpPr>
          <p:cNvPr id="36" name="Text 10"/>
          <p:cNvSpPr/>
          <p:nvPr/>
        </p:nvSpPr>
        <p:spPr>
          <a:xfrm>
            <a:off x="8588276" y="35433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Enrollments</a:t>
            </a:r>
            <a:endParaRPr lang="en-US" sz="1050"/>
          </a:p>
        </p:txBody>
      </p:sp>
      <p:sp>
        <p:nvSpPr>
          <p:cNvPr id="37" name="Text 11"/>
          <p:cNvSpPr/>
          <p:nvPr/>
        </p:nvSpPr>
        <p:spPr>
          <a:xfrm>
            <a:off x="8407301" y="3733800"/>
            <a:ext cx="39929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수강신청 테이블입니다. 학습자는 여러 강의에 등록 가능합니다.</a:t>
            </a:r>
            <a:endParaRPr lang="en-US" sz="900"/>
          </a:p>
        </p:txBody>
      </p:sp>
      <p:sp>
        <p:nvSpPr>
          <p:cNvPr id="38" name="Text 12"/>
          <p:cNvSpPr/>
          <p:nvPr/>
        </p:nvSpPr>
        <p:spPr>
          <a:xfrm>
            <a:off x="8616851" y="41148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Submissions</a:t>
            </a:r>
            <a:endParaRPr lang="en-US" sz="1050"/>
          </a:p>
        </p:txBody>
      </p:sp>
      <p:sp>
        <p:nvSpPr>
          <p:cNvPr id="39" name="Text 13"/>
          <p:cNvSpPr/>
          <p:nvPr/>
        </p:nvSpPr>
        <p:spPr>
          <a:xfrm>
            <a:off x="8407301" y="4305300"/>
            <a:ext cx="39929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과제/퀴즈 제출 정보를 담고 있는 테이블입니다.</a:t>
            </a:r>
            <a:endParaRPr lang="en-US" sz="900"/>
          </a:p>
        </p:txBody>
      </p:sp>
      <p:sp>
        <p:nvSpPr>
          <p:cNvPr id="40" name="Text 14"/>
          <p:cNvSpPr/>
          <p:nvPr/>
        </p:nvSpPr>
        <p:spPr>
          <a:xfrm>
            <a:off x="8559701" y="4800600"/>
            <a:ext cx="34798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관계 표현</a:t>
            </a:r>
            <a:endParaRPr lang="en-US" sz="1050"/>
          </a:p>
        </p:txBody>
      </p:sp>
      <p:sp>
        <p:nvSpPr>
          <p:cNvPr id="41" name="Text 15"/>
          <p:cNvSpPr/>
          <p:nvPr/>
        </p:nvSpPr>
        <p:spPr>
          <a:xfrm>
            <a:off x="8419951" y="5162550"/>
            <a:ext cx="19823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1:1</a:t>
            </a:r>
            <a:endParaRPr lang="en-US" sz="900"/>
          </a:p>
        </p:txBody>
      </p:sp>
      <p:sp>
        <p:nvSpPr>
          <p:cNvPr id="42" name="Text 16"/>
          <p:cNvSpPr/>
          <p:nvPr/>
        </p:nvSpPr>
        <p:spPr>
          <a:xfrm>
            <a:off x="8635901" y="5162550"/>
            <a:ext cx="4114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일대일</a:t>
            </a:r>
            <a:endParaRPr lang="en-US" sz="900"/>
          </a:p>
        </p:txBody>
      </p:sp>
      <p:sp>
        <p:nvSpPr>
          <p:cNvPr id="43" name="Text 17"/>
          <p:cNvSpPr/>
          <p:nvPr/>
        </p:nvSpPr>
        <p:spPr>
          <a:xfrm>
            <a:off x="10188476" y="5162550"/>
            <a:ext cx="2210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1:N</a:t>
            </a:r>
            <a:endParaRPr lang="en-US" sz="900"/>
          </a:p>
        </p:txBody>
      </p:sp>
      <p:sp>
        <p:nvSpPr>
          <p:cNvPr id="44" name="Text 18"/>
          <p:cNvSpPr/>
          <p:nvPr/>
        </p:nvSpPr>
        <p:spPr>
          <a:xfrm>
            <a:off x="10413950" y="5162550"/>
            <a:ext cx="4114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일대다</a:t>
            </a:r>
            <a:endParaRPr lang="en-US" sz="900"/>
          </a:p>
        </p:txBody>
      </p:sp>
      <p:sp>
        <p:nvSpPr>
          <p:cNvPr id="45" name="Text 19"/>
          <p:cNvSpPr/>
          <p:nvPr/>
        </p:nvSpPr>
        <p:spPr>
          <a:xfrm>
            <a:off x="8394650" y="5581650"/>
            <a:ext cx="25914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M:N</a:t>
            </a:r>
            <a:endParaRPr lang="en-US" sz="900"/>
          </a:p>
        </p:txBody>
      </p:sp>
      <p:sp>
        <p:nvSpPr>
          <p:cNvPr id="46" name="Text 20"/>
          <p:cNvSpPr/>
          <p:nvPr/>
        </p:nvSpPr>
        <p:spPr>
          <a:xfrm>
            <a:off x="8635901" y="5581650"/>
            <a:ext cx="4114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다대다</a:t>
            </a:r>
            <a:endParaRPr lang="en-US" sz="900"/>
          </a:p>
        </p:txBody>
      </p:sp>
      <p:sp>
        <p:nvSpPr>
          <p:cNvPr id="47" name="Text 21"/>
          <p:cNvSpPr/>
          <p:nvPr/>
        </p:nvSpPr>
        <p:spPr>
          <a:xfrm>
            <a:off x="10204400" y="5581650"/>
            <a:ext cx="1828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FK</a:t>
            </a:r>
            <a:endParaRPr lang="en-US" sz="900"/>
          </a:p>
        </p:txBody>
      </p:sp>
      <p:sp>
        <p:nvSpPr>
          <p:cNvPr id="48" name="Text 22"/>
          <p:cNvSpPr/>
          <p:nvPr/>
        </p:nvSpPr>
        <p:spPr>
          <a:xfrm>
            <a:off x="10413950" y="5581650"/>
            <a:ext cx="4114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외래키</a:t>
            </a:r>
            <a:endParaRPr lang="en-US" sz="900"/>
          </a:p>
        </p:txBody>
      </p:sp>
      <p:pic>
        <p:nvPicPr>
          <p:cNvPr id="50" name=""/>
          <p:cNvPicPr>
            <a:picLocks noChangeAspect="1"/>
          </p:cNvPicPr>
          <p:nvPr/>
        </p:nvPicPr>
        <p:blipFill rotWithShape="1">
          <a:blip r:embed="rId24"/>
          <a:stretch>
            <a:fillRect/>
          </a:stretch>
        </p:blipFill>
        <p:spPr>
          <a:xfrm>
            <a:off x="228600" y="1571625"/>
            <a:ext cx="7759601" cy="4324350"/>
          </a:xfrm>
          <a:prstGeom prst="rect">
            <a:avLst/>
          </a:prstGeom>
        </p:spPr>
      </p:pic>
      <p:pic>
        <p:nvPicPr>
          <p:cNvPr id="51" name="Image 2" descr="preencoded.png"/>
          <p:cNvPicPr>
            <a:picLocks noChangeAspect="1"/>
          </p:cNvPicPr>
          <p:nvPr/>
        </p:nvPicPr>
        <p:blipFill rotWithShape="1">
          <a:blip r:embed="rId25"/>
          <a:stretch>
            <a:fillRect/>
          </a:stretch>
        </p:blipFill>
        <p:spPr>
          <a:xfrm>
            <a:off x="3683050" y="361950"/>
            <a:ext cx="609600" cy="38100"/>
          </a:xfrm>
          <a:prstGeom prst="rect">
            <a:avLst/>
          </a:prstGeom>
        </p:spPr>
      </p:pic>
      <p:sp>
        <p:nvSpPr>
          <p:cNvPr id="52" name="Text 0"/>
          <p:cNvSpPr/>
          <p:nvPr/>
        </p:nvSpPr>
        <p:spPr>
          <a:xfrm>
            <a:off x="228600" y="228600"/>
            <a:ext cx="3962460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400"/>
              </a:lnSpc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시스템 설계 - 클래스 다이어그램</a:t>
            </a:r>
            <a:endParaRPr 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3683050" y="361950"/>
            <a:ext cx="6096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228600" y="990600"/>
            <a:ext cx="11734800" cy="762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228600" y="1905000"/>
            <a:ext cx="11734800" cy="38100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228600" y="5886450"/>
            <a:ext cx="11734800" cy="733425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381000" y="6057900"/>
            <a:ext cx="152400" cy="1524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381000" y="6362700"/>
            <a:ext cx="5638800" cy="4191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495300" y="6515100"/>
            <a:ext cx="152400" cy="15240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6172200" y="6362700"/>
            <a:ext cx="5638800" cy="41910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6286500" y="6515100"/>
            <a:ext cx="152400" cy="15240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381000" y="6934200"/>
            <a:ext cx="5638800" cy="419100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495300" y="7086600"/>
            <a:ext cx="171450" cy="152400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6172200" y="6934200"/>
            <a:ext cx="5638800" cy="419100"/>
          </a:xfrm>
          <a:prstGeom prst="rect">
            <a:avLst/>
          </a:prstGeom>
        </p:spPr>
      </p:pic>
      <p:pic>
        <p:nvPicPr>
          <p:cNvPr id="45" name="Image 43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6286500" y="7086600"/>
            <a:ext cx="190500" cy="152400"/>
          </a:xfrm>
          <a:prstGeom prst="rect">
            <a:avLst/>
          </a:prstGeom>
        </p:spPr>
      </p:pic>
      <p:sp>
        <p:nvSpPr>
          <p:cNvPr id="47" name="Text 0"/>
          <p:cNvSpPr/>
          <p:nvPr/>
        </p:nvSpPr>
        <p:spPr>
          <a:xfrm>
            <a:off x="228600" y="228600"/>
            <a:ext cx="3962460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400"/>
              </a:lnSpc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시스템 설계 - 클래스 다이어그램</a:t>
            </a:r>
            <a:endParaRPr lang="en-US" sz="1800"/>
          </a:p>
        </p:txBody>
      </p:sp>
      <p:sp>
        <p:nvSpPr>
          <p:cNvPr id="48" name="Text 1"/>
          <p:cNvSpPr/>
          <p:nvPr/>
        </p:nvSpPr>
        <p:spPr>
          <a:xfrm>
            <a:off x="228600" y="571500"/>
            <a:ext cx="117348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계층형 아키텍처 기반 </a:t>
            </a:r>
            <a:r>
              <a:rPr lang="ko-KR" altLang="en-US" sz="105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강사와 학생의 소통 기반 </a:t>
            </a:r>
            <a:r>
              <a:rPr lang="en-US" altLang="ko-KR" sz="105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LMS</a:t>
            </a:r>
            <a:r>
              <a:rPr lang="ko-KR" altLang="en-US" sz="105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 플렛폼</a:t>
            </a:r>
            <a:r>
              <a:rPr lang="en-US" sz="105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의 주요 객체 구조 및 관계도</a:t>
            </a:r>
            <a:endParaRPr lang="en-US" sz="1050">
              <a:solidFill>
                <a:srgbClr val="67e8f9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9" name="Text 2"/>
          <p:cNvSpPr/>
          <p:nvPr/>
        </p:nvSpPr>
        <p:spPr>
          <a:xfrm>
            <a:off x="381000" y="114300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백엔드 시스템의 주요 객체(클래스)들의 구조와 관계, 각 클래스가 가지는 속성(Attribute)과 메서드(Method)를 통해 MVC 패턴이나 </a:t>
            </a:r>
            <a:r>
              <a:rPr lang="en-US" sz="1200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계층형 아키텍처(Layered Architecture)</a:t>
            </a:r>
            <a:r>
              <a:rPr lang="en-US" sz="120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를 설명합니다.</a:t>
            </a:r>
            <a:endParaRPr lang="en-US" sz="1200"/>
          </a:p>
        </p:txBody>
      </p:sp>
      <p:sp>
        <p:nvSpPr>
          <p:cNvPr id="86" name="Text 39"/>
          <p:cNvSpPr/>
          <p:nvPr/>
        </p:nvSpPr>
        <p:spPr>
          <a:xfrm>
            <a:off x="609600" y="601980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클래스 다이어그램의 주요 특징</a:t>
            </a:r>
            <a:endParaRPr lang="en-US" sz="1200"/>
          </a:p>
        </p:txBody>
      </p:sp>
      <p:sp>
        <p:nvSpPr>
          <p:cNvPr id="87" name="Text 40"/>
          <p:cNvSpPr/>
          <p:nvPr/>
        </p:nvSpPr>
        <p:spPr>
          <a:xfrm>
            <a:off x="723900" y="6477000"/>
            <a:ext cx="4611112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Controller는 Service에 의존(Dependency)하여 비즈니스 로직을 처리합니다.</a:t>
            </a:r>
            <a:endParaRPr lang="en-US" sz="900"/>
          </a:p>
        </p:txBody>
      </p:sp>
      <p:sp>
        <p:nvSpPr>
          <p:cNvPr id="88" name="Text 41"/>
          <p:cNvSpPr/>
          <p:nvPr/>
        </p:nvSpPr>
        <p:spPr>
          <a:xfrm>
            <a:off x="6515100" y="6477000"/>
            <a:ext cx="3498116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Service는 Repository를 통해 데이터베이스와 통신합니다.</a:t>
            </a:r>
            <a:endParaRPr lang="en-US" sz="900"/>
          </a:p>
        </p:txBody>
      </p:sp>
      <p:sp>
        <p:nvSpPr>
          <p:cNvPr id="89" name="Text 42"/>
          <p:cNvSpPr/>
          <p:nvPr/>
        </p:nvSpPr>
        <p:spPr>
          <a:xfrm>
            <a:off x="742950" y="7048500"/>
            <a:ext cx="4694694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계층형 아키텍처(Layered Architecture)로 구성하여 유지보수성을 높였습니다.</a:t>
            </a:r>
            <a:endParaRPr lang="en-US" sz="900"/>
          </a:p>
        </p:txBody>
      </p:sp>
      <p:sp>
        <p:nvSpPr>
          <p:cNvPr id="90" name="Text 43"/>
          <p:cNvSpPr/>
          <p:nvPr/>
        </p:nvSpPr>
        <p:spPr>
          <a:xfrm>
            <a:off x="6553200" y="7048500"/>
            <a:ext cx="3863697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도메인 객체(User, Course)는 핵심 비즈니스 로직을 포함합니다.</a:t>
            </a:r>
            <a:endParaRPr lang="en-US" sz="900"/>
          </a:p>
        </p:txBody>
      </p:sp>
      <p:pic>
        <p:nvPicPr>
          <p:cNvPr id="92" name="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227054" y="1905000"/>
            <a:ext cx="11737892" cy="43391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2629049" y="361950"/>
            <a:ext cx="6096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228600" y="990600"/>
            <a:ext cx="11734800" cy="2552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5338614" y="1190625"/>
            <a:ext cx="190500" cy="1714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762000" y="1905000"/>
            <a:ext cx="1676400" cy="1143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419225" y="2057400"/>
            <a:ext cx="361950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3032075" y="2381250"/>
            <a:ext cx="13335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3759101" y="1905000"/>
            <a:ext cx="1676400" cy="1143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4454426" y="2057400"/>
            <a:ext cx="285750" cy="342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6029176" y="2381250"/>
            <a:ext cx="13335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6756202" y="1905000"/>
            <a:ext cx="1676400" cy="1143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7413427" y="2057400"/>
            <a:ext cx="361950" cy="342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9026277" y="2381250"/>
            <a:ext cx="13335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9753302" y="1905000"/>
            <a:ext cx="1676400" cy="1143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10467677" y="2057400"/>
            <a:ext cx="247650" cy="342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 rotWithShape="1">
          <a:blip r:embed="rId19"/>
          <a:stretch>
            <a:fillRect/>
          </a:stretch>
        </p:blipFill>
        <p:spPr>
          <a:xfrm>
            <a:off x="228600" y="3771900"/>
            <a:ext cx="2819400" cy="2933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 rotWithShape="1">
          <a:blip r:embed="rId20"/>
          <a:stretch>
            <a:fillRect/>
          </a:stretch>
        </p:blipFill>
        <p:spPr>
          <a:xfrm>
            <a:off x="381000" y="3924300"/>
            <a:ext cx="2514600" cy="457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 rotWithShape="1">
          <a:blip r:embed="rId21"/>
          <a:stretch>
            <a:fillRect/>
          </a:stretch>
        </p:blipFill>
        <p:spPr>
          <a:xfrm>
            <a:off x="381000" y="3924300"/>
            <a:ext cx="381000" cy="3810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 rotWithShape="1">
          <a:blip r:embed="rId22"/>
          <a:stretch>
            <a:fillRect/>
          </a:stretch>
        </p:blipFill>
        <p:spPr>
          <a:xfrm>
            <a:off x="461963" y="3981450"/>
            <a:ext cx="219075" cy="2667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 rotWithShape="1">
          <a:blip r:embed="rId23"/>
          <a:stretch>
            <a:fillRect/>
          </a:stretch>
        </p:blipFill>
        <p:spPr>
          <a:xfrm>
            <a:off x="381000" y="4495800"/>
            <a:ext cx="2514600" cy="4572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 rotWithShape="1">
          <a:blip r:embed="rId24"/>
          <a:stretch>
            <a:fillRect/>
          </a:stretch>
        </p:blipFill>
        <p:spPr>
          <a:xfrm>
            <a:off x="381000" y="4572000"/>
            <a:ext cx="304800" cy="3048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 rotWithShape="1">
          <a:blip r:embed="rId25"/>
          <a:stretch>
            <a:fillRect/>
          </a:stretch>
        </p:blipFill>
        <p:spPr>
          <a:xfrm>
            <a:off x="457200" y="4648200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 rotWithShape="1">
          <a:blip r:embed="rId26"/>
          <a:stretch>
            <a:fillRect/>
          </a:stretch>
        </p:blipFill>
        <p:spPr>
          <a:xfrm>
            <a:off x="381000" y="5029200"/>
            <a:ext cx="2514600" cy="4572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 rotWithShape="1">
          <a:blip r:embed="rId27"/>
          <a:stretch>
            <a:fillRect/>
          </a:stretch>
        </p:blipFill>
        <p:spPr>
          <a:xfrm>
            <a:off x="381000" y="5105400"/>
            <a:ext cx="304800" cy="3048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 rotWithShape="1">
          <a:blip r:embed="rId28"/>
          <a:stretch>
            <a:fillRect/>
          </a:stretch>
        </p:blipFill>
        <p:spPr>
          <a:xfrm>
            <a:off x="466725" y="5181600"/>
            <a:ext cx="13335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 rotWithShape="1">
          <a:blip r:embed="rId29"/>
          <a:stretch>
            <a:fillRect/>
          </a:stretch>
        </p:blipFill>
        <p:spPr>
          <a:xfrm>
            <a:off x="381000" y="5638800"/>
            <a:ext cx="304800" cy="3048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 rotWithShape="1">
          <a:blip r:embed="rId30"/>
          <a:stretch>
            <a:fillRect/>
          </a:stretch>
        </p:blipFill>
        <p:spPr>
          <a:xfrm>
            <a:off x="476250" y="5715000"/>
            <a:ext cx="1143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 rotWithShape="1">
          <a:blip r:embed="rId31"/>
          <a:stretch>
            <a:fillRect/>
          </a:stretch>
        </p:blipFill>
        <p:spPr>
          <a:xfrm>
            <a:off x="3200400" y="3771900"/>
            <a:ext cx="2819400" cy="29337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 rotWithShape="1">
          <a:blip r:embed="rId32"/>
          <a:stretch>
            <a:fillRect/>
          </a:stretch>
        </p:blipFill>
        <p:spPr>
          <a:xfrm>
            <a:off x="3352800" y="3924300"/>
            <a:ext cx="2514600" cy="4572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 rotWithShape="1">
          <a:blip r:embed="rId33"/>
          <a:stretch>
            <a:fillRect/>
          </a:stretch>
        </p:blipFill>
        <p:spPr>
          <a:xfrm>
            <a:off x="3352800" y="3924300"/>
            <a:ext cx="381000" cy="3810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 rotWithShape="1">
          <a:blip r:embed="rId34"/>
          <a:stretch>
            <a:fillRect/>
          </a:stretch>
        </p:blipFill>
        <p:spPr>
          <a:xfrm>
            <a:off x="3448050" y="3981450"/>
            <a:ext cx="190500" cy="2667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 rotWithShape="1">
          <a:blip r:embed="rId35"/>
          <a:stretch>
            <a:fillRect/>
          </a:stretch>
        </p:blipFill>
        <p:spPr>
          <a:xfrm>
            <a:off x="3352800" y="4495800"/>
            <a:ext cx="2514600" cy="4572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 rotWithShape="1">
          <a:blip r:embed="rId36"/>
          <a:stretch>
            <a:fillRect/>
          </a:stretch>
        </p:blipFill>
        <p:spPr>
          <a:xfrm>
            <a:off x="3352800" y="4572000"/>
            <a:ext cx="304800" cy="3048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 rotWithShape="1">
          <a:blip r:embed="rId37"/>
          <a:stretch>
            <a:fillRect/>
          </a:stretch>
        </p:blipFill>
        <p:spPr>
          <a:xfrm>
            <a:off x="3448050" y="4648200"/>
            <a:ext cx="114300" cy="1524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 rotWithShape="1">
          <a:blip r:embed="rId38"/>
          <a:stretch>
            <a:fillRect/>
          </a:stretch>
        </p:blipFill>
        <p:spPr>
          <a:xfrm>
            <a:off x="3352800" y="5029200"/>
            <a:ext cx="2514600" cy="4572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 rotWithShape="1">
          <a:blip r:embed="rId39"/>
          <a:stretch>
            <a:fillRect/>
          </a:stretch>
        </p:blipFill>
        <p:spPr>
          <a:xfrm>
            <a:off x="3352800" y="5105400"/>
            <a:ext cx="304800" cy="3048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 rotWithShape="1">
          <a:blip r:embed="rId40"/>
          <a:stretch>
            <a:fillRect/>
          </a:stretch>
        </p:blipFill>
        <p:spPr>
          <a:xfrm>
            <a:off x="3429000" y="5181600"/>
            <a:ext cx="152400" cy="15240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 rotWithShape="1">
          <a:blip r:embed="rId41"/>
          <a:stretch>
            <a:fillRect/>
          </a:stretch>
        </p:blipFill>
        <p:spPr>
          <a:xfrm>
            <a:off x="3352800" y="5562600"/>
            <a:ext cx="2514600" cy="45720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 rotWithShape="1">
          <a:blip r:embed="rId42"/>
          <a:stretch>
            <a:fillRect/>
          </a:stretch>
        </p:blipFill>
        <p:spPr>
          <a:xfrm>
            <a:off x="3352800" y="5638800"/>
            <a:ext cx="304800" cy="30480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 rotWithShape="1">
          <a:blip r:embed="rId43"/>
          <a:stretch>
            <a:fillRect/>
          </a:stretch>
        </p:blipFill>
        <p:spPr>
          <a:xfrm>
            <a:off x="3429000" y="5715000"/>
            <a:ext cx="152400" cy="152400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 rotWithShape="1">
          <a:blip r:embed="rId44"/>
          <a:stretch>
            <a:fillRect/>
          </a:stretch>
        </p:blipFill>
        <p:spPr>
          <a:xfrm>
            <a:off x="3352800" y="6172200"/>
            <a:ext cx="304800" cy="304800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 rotWithShape="1">
          <a:blip r:embed="rId45"/>
          <a:stretch>
            <a:fillRect/>
          </a:stretch>
        </p:blipFill>
        <p:spPr>
          <a:xfrm>
            <a:off x="3438525" y="6248400"/>
            <a:ext cx="133350" cy="152400"/>
          </a:xfrm>
          <a:prstGeom prst="rect">
            <a:avLst/>
          </a:prstGeom>
        </p:spPr>
      </p:pic>
      <p:pic>
        <p:nvPicPr>
          <p:cNvPr id="45" name="Image 43" descr="preencoded.png"/>
          <p:cNvPicPr>
            <a:picLocks noChangeAspect="1"/>
          </p:cNvPicPr>
          <p:nvPr/>
        </p:nvPicPr>
        <p:blipFill rotWithShape="1">
          <a:blip r:embed="rId46"/>
          <a:stretch>
            <a:fillRect/>
          </a:stretch>
        </p:blipFill>
        <p:spPr>
          <a:xfrm>
            <a:off x="6172200" y="3771900"/>
            <a:ext cx="2819400" cy="2933700"/>
          </a:xfrm>
          <a:prstGeom prst="rect">
            <a:avLst/>
          </a:prstGeom>
        </p:spPr>
      </p:pic>
      <p:pic>
        <p:nvPicPr>
          <p:cNvPr id="46" name="Image 44" descr="preencoded.png"/>
          <p:cNvPicPr>
            <a:picLocks noChangeAspect="1"/>
          </p:cNvPicPr>
          <p:nvPr/>
        </p:nvPicPr>
        <p:blipFill rotWithShape="1">
          <a:blip r:embed="rId47"/>
          <a:stretch>
            <a:fillRect/>
          </a:stretch>
        </p:blipFill>
        <p:spPr>
          <a:xfrm>
            <a:off x="6324600" y="3924300"/>
            <a:ext cx="2514600" cy="457200"/>
          </a:xfrm>
          <a:prstGeom prst="rect">
            <a:avLst/>
          </a:prstGeom>
        </p:spPr>
      </p:pic>
      <p:pic>
        <p:nvPicPr>
          <p:cNvPr id="47" name="Image 45" descr="preencoded.png"/>
          <p:cNvPicPr>
            <a:picLocks noChangeAspect="1"/>
          </p:cNvPicPr>
          <p:nvPr/>
        </p:nvPicPr>
        <p:blipFill rotWithShape="1">
          <a:blip r:embed="rId48"/>
          <a:stretch>
            <a:fillRect/>
          </a:stretch>
        </p:blipFill>
        <p:spPr>
          <a:xfrm>
            <a:off x="6324600" y="3924300"/>
            <a:ext cx="381000" cy="381000"/>
          </a:xfrm>
          <a:prstGeom prst="rect">
            <a:avLst/>
          </a:prstGeom>
        </p:spPr>
      </p:pic>
      <p:pic>
        <p:nvPicPr>
          <p:cNvPr id="48" name="Image 46" descr="preencoded.png"/>
          <p:cNvPicPr>
            <a:picLocks noChangeAspect="1"/>
          </p:cNvPicPr>
          <p:nvPr/>
        </p:nvPicPr>
        <p:blipFill rotWithShape="1">
          <a:blip r:embed="rId49"/>
          <a:stretch>
            <a:fillRect/>
          </a:stretch>
        </p:blipFill>
        <p:spPr>
          <a:xfrm>
            <a:off x="6429375" y="3981450"/>
            <a:ext cx="171450" cy="266700"/>
          </a:xfrm>
          <a:prstGeom prst="rect">
            <a:avLst/>
          </a:prstGeom>
        </p:spPr>
      </p:pic>
      <p:pic>
        <p:nvPicPr>
          <p:cNvPr id="49" name="Image 47" descr="preencoded.png"/>
          <p:cNvPicPr>
            <a:picLocks noChangeAspect="1"/>
          </p:cNvPicPr>
          <p:nvPr/>
        </p:nvPicPr>
        <p:blipFill rotWithShape="1">
          <a:blip r:embed="rId50"/>
          <a:stretch>
            <a:fillRect/>
          </a:stretch>
        </p:blipFill>
        <p:spPr>
          <a:xfrm>
            <a:off x="6324600" y="4495800"/>
            <a:ext cx="2514600" cy="457200"/>
          </a:xfrm>
          <a:prstGeom prst="rect">
            <a:avLst/>
          </a:prstGeom>
        </p:spPr>
      </p:pic>
      <p:pic>
        <p:nvPicPr>
          <p:cNvPr id="50" name="Image 48" descr="preencoded.png"/>
          <p:cNvPicPr>
            <a:picLocks noChangeAspect="1"/>
          </p:cNvPicPr>
          <p:nvPr/>
        </p:nvPicPr>
        <p:blipFill rotWithShape="1">
          <a:blip r:embed="rId51"/>
          <a:stretch>
            <a:fillRect/>
          </a:stretch>
        </p:blipFill>
        <p:spPr>
          <a:xfrm>
            <a:off x="6324600" y="4572000"/>
            <a:ext cx="304800" cy="304800"/>
          </a:xfrm>
          <a:prstGeom prst="rect">
            <a:avLst/>
          </a:prstGeom>
        </p:spPr>
      </p:pic>
      <p:pic>
        <p:nvPicPr>
          <p:cNvPr id="51" name="Image 49" descr="preencoded.png"/>
          <p:cNvPicPr>
            <a:picLocks noChangeAspect="1"/>
          </p:cNvPicPr>
          <p:nvPr/>
        </p:nvPicPr>
        <p:blipFill rotWithShape="1">
          <a:blip r:embed="rId52"/>
          <a:stretch>
            <a:fillRect/>
          </a:stretch>
        </p:blipFill>
        <p:spPr>
          <a:xfrm>
            <a:off x="6410325" y="4648200"/>
            <a:ext cx="133350" cy="152400"/>
          </a:xfrm>
          <a:prstGeom prst="rect">
            <a:avLst/>
          </a:prstGeom>
        </p:spPr>
      </p:pic>
      <p:pic>
        <p:nvPicPr>
          <p:cNvPr id="52" name="Image 50" descr="preencoded.png"/>
          <p:cNvPicPr>
            <a:picLocks noChangeAspect="1"/>
          </p:cNvPicPr>
          <p:nvPr/>
        </p:nvPicPr>
        <p:blipFill rotWithShape="1">
          <a:blip r:embed="rId53"/>
          <a:stretch>
            <a:fillRect/>
          </a:stretch>
        </p:blipFill>
        <p:spPr>
          <a:xfrm>
            <a:off x="6324600" y="5029200"/>
            <a:ext cx="2514600" cy="457200"/>
          </a:xfrm>
          <a:prstGeom prst="rect">
            <a:avLst/>
          </a:prstGeom>
        </p:spPr>
      </p:pic>
      <p:pic>
        <p:nvPicPr>
          <p:cNvPr id="53" name="Image 51" descr="preencoded.png"/>
          <p:cNvPicPr>
            <a:picLocks noChangeAspect="1"/>
          </p:cNvPicPr>
          <p:nvPr/>
        </p:nvPicPr>
        <p:blipFill rotWithShape="1">
          <a:blip r:embed="rId54"/>
          <a:stretch>
            <a:fillRect/>
          </a:stretch>
        </p:blipFill>
        <p:spPr>
          <a:xfrm>
            <a:off x="6324600" y="5105400"/>
            <a:ext cx="304800" cy="304800"/>
          </a:xfrm>
          <a:prstGeom prst="rect">
            <a:avLst/>
          </a:prstGeom>
        </p:spPr>
      </p:pic>
      <p:pic>
        <p:nvPicPr>
          <p:cNvPr id="54" name="Image 52" descr="preencoded.png"/>
          <p:cNvPicPr>
            <a:picLocks noChangeAspect="1"/>
          </p:cNvPicPr>
          <p:nvPr/>
        </p:nvPicPr>
        <p:blipFill rotWithShape="1">
          <a:blip r:embed="rId55"/>
          <a:stretch>
            <a:fillRect/>
          </a:stretch>
        </p:blipFill>
        <p:spPr>
          <a:xfrm>
            <a:off x="6410325" y="5181600"/>
            <a:ext cx="133350" cy="152400"/>
          </a:xfrm>
          <a:prstGeom prst="rect">
            <a:avLst/>
          </a:prstGeom>
        </p:spPr>
      </p:pic>
      <p:pic>
        <p:nvPicPr>
          <p:cNvPr id="55" name="Image 53" descr="preencoded.png"/>
          <p:cNvPicPr>
            <a:picLocks noChangeAspect="1"/>
          </p:cNvPicPr>
          <p:nvPr/>
        </p:nvPicPr>
        <p:blipFill rotWithShape="1">
          <a:blip r:embed="rId56"/>
          <a:stretch>
            <a:fillRect/>
          </a:stretch>
        </p:blipFill>
        <p:spPr>
          <a:xfrm>
            <a:off x="6324600" y="5638800"/>
            <a:ext cx="304800" cy="304800"/>
          </a:xfrm>
          <a:prstGeom prst="rect">
            <a:avLst/>
          </a:prstGeom>
        </p:spPr>
      </p:pic>
      <p:pic>
        <p:nvPicPr>
          <p:cNvPr id="56" name="Image 54" descr="preencoded.png"/>
          <p:cNvPicPr>
            <a:picLocks noChangeAspect="1"/>
          </p:cNvPicPr>
          <p:nvPr/>
        </p:nvPicPr>
        <p:blipFill rotWithShape="1">
          <a:blip r:embed="rId57"/>
          <a:stretch>
            <a:fillRect/>
          </a:stretch>
        </p:blipFill>
        <p:spPr>
          <a:xfrm>
            <a:off x="6391275" y="5715000"/>
            <a:ext cx="171450" cy="152400"/>
          </a:xfrm>
          <a:prstGeom prst="rect">
            <a:avLst/>
          </a:prstGeom>
        </p:spPr>
      </p:pic>
      <p:pic>
        <p:nvPicPr>
          <p:cNvPr id="57" name="Image 55" descr="preencoded.png"/>
          <p:cNvPicPr>
            <a:picLocks noChangeAspect="1"/>
          </p:cNvPicPr>
          <p:nvPr/>
        </p:nvPicPr>
        <p:blipFill rotWithShape="1">
          <a:blip r:embed="rId58"/>
          <a:stretch>
            <a:fillRect/>
          </a:stretch>
        </p:blipFill>
        <p:spPr>
          <a:xfrm>
            <a:off x="9144000" y="3771900"/>
            <a:ext cx="2819400" cy="2933700"/>
          </a:xfrm>
          <a:prstGeom prst="rect">
            <a:avLst/>
          </a:prstGeom>
        </p:spPr>
      </p:pic>
      <p:pic>
        <p:nvPicPr>
          <p:cNvPr id="58" name="Image 56" descr="preencoded.png"/>
          <p:cNvPicPr>
            <a:picLocks noChangeAspect="1"/>
          </p:cNvPicPr>
          <p:nvPr/>
        </p:nvPicPr>
        <p:blipFill rotWithShape="1">
          <a:blip r:embed="rId59"/>
          <a:stretch>
            <a:fillRect/>
          </a:stretch>
        </p:blipFill>
        <p:spPr>
          <a:xfrm>
            <a:off x="9296400" y="3924300"/>
            <a:ext cx="2514600" cy="457200"/>
          </a:xfrm>
          <a:prstGeom prst="rect">
            <a:avLst/>
          </a:prstGeom>
        </p:spPr>
      </p:pic>
      <p:pic>
        <p:nvPicPr>
          <p:cNvPr id="59" name="Image 57" descr="preencoded.png"/>
          <p:cNvPicPr>
            <a:picLocks noChangeAspect="1"/>
          </p:cNvPicPr>
          <p:nvPr/>
        </p:nvPicPr>
        <p:blipFill rotWithShape="1">
          <a:blip r:embed="rId60"/>
          <a:stretch>
            <a:fillRect/>
          </a:stretch>
        </p:blipFill>
        <p:spPr>
          <a:xfrm>
            <a:off x="9296400" y="3924300"/>
            <a:ext cx="381000" cy="381000"/>
          </a:xfrm>
          <a:prstGeom prst="rect">
            <a:avLst/>
          </a:prstGeom>
        </p:spPr>
      </p:pic>
      <p:pic>
        <p:nvPicPr>
          <p:cNvPr id="60" name="Image 58" descr="preencoded.png"/>
          <p:cNvPicPr>
            <a:picLocks noChangeAspect="1"/>
          </p:cNvPicPr>
          <p:nvPr/>
        </p:nvPicPr>
        <p:blipFill rotWithShape="1">
          <a:blip r:embed="rId61"/>
          <a:stretch>
            <a:fillRect/>
          </a:stretch>
        </p:blipFill>
        <p:spPr>
          <a:xfrm>
            <a:off x="9367838" y="3981450"/>
            <a:ext cx="238125" cy="266700"/>
          </a:xfrm>
          <a:prstGeom prst="rect">
            <a:avLst/>
          </a:prstGeom>
        </p:spPr>
      </p:pic>
      <p:pic>
        <p:nvPicPr>
          <p:cNvPr id="61" name="Image 59" descr="preencoded.png"/>
          <p:cNvPicPr>
            <a:picLocks noChangeAspect="1"/>
          </p:cNvPicPr>
          <p:nvPr/>
        </p:nvPicPr>
        <p:blipFill rotWithShape="1">
          <a:blip r:embed="rId62"/>
          <a:stretch>
            <a:fillRect/>
          </a:stretch>
        </p:blipFill>
        <p:spPr>
          <a:xfrm>
            <a:off x="9296400" y="4495800"/>
            <a:ext cx="2514600" cy="457200"/>
          </a:xfrm>
          <a:prstGeom prst="rect">
            <a:avLst/>
          </a:prstGeom>
        </p:spPr>
      </p:pic>
      <p:pic>
        <p:nvPicPr>
          <p:cNvPr id="62" name="Image 60" descr="preencoded.png"/>
          <p:cNvPicPr>
            <a:picLocks noChangeAspect="1"/>
          </p:cNvPicPr>
          <p:nvPr/>
        </p:nvPicPr>
        <p:blipFill rotWithShape="1">
          <a:blip r:embed="rId63"/>
          <a:stretch>
            <a:fillRect/>
          </a:stretch>
        </p:blipFill>
        <p:spPr>
          <a:xfrm>
            <a:off x="9296400" y="4572000"/>
            <a:ext cx="304800" cy="304800"/>
          </a:xfrm>
          <a:prstGeom prst="rect">
            <a:avLst/>
          </a:prstGeom>
        </p:spPr>
      </p:pic>
      <p:pic>
        <p:nvPicPr>
          <p:cNvPr id="63" name="Image 61" descr="preencoded.png"/>
          <p:cNvPicPr>
            <a:picLocks noChangeAspect="1"/>
          </p:cNvPicPr>
          <p:nvPr/>
        </p:nvPicPr>
        <p:blipFill rotWithShape="1">
          <a:blip r:embed="rId64"/>
          <a:stretch>
            <a:fillRect/>
          </a:stretch>
        </p:blipFill>
        <p:spPr>
          <a:xfrm>
            <a:off x="9353550" y="4648200"/>
            <a:ext cx="190500" cy="152400"/>
          </a:xfrm>
          <a:prstGeom prst="rect">
            <a:avLst/>
          </a:prstGeom>
        </p:spPr>
      </p:pic>
      <p:pic>
        <p:nvPicPr>
          <p:cNvPr id="64" name="Image 62" descr="preencoded.png"/>
          <p:cNvPicPr>
            <a:picLocks noChangeAspect="1"/>
          </p:cNvPicPr>
          <p:nvPr/>
        </p:nvPicPr>
        <p:blipFill rotWithShape="1">
          <a:blip r:embed="rId65"/>
          <a:stretch>
            <a:fillRect/>
          </a:stretch>
        </p:blipFill>
        <p:spPr>
          <a:xfrm>
            <a:off x="9296400" y="5029200"/>
            <a:ext cx="2514600" cy="457200"/>
          </a:xfrm>
          <a:prstGeom prst="rect">
            <a:avLst/>
          </a:prstGeom>
        </p:spPr>
      </p:pic>
      <p:pic>
        <p:nvPicPr>
          <p:cNvPr id="65" name="Image 63" descr="preencoded.png"/>
          <p:cNvPicPr>
            <a:picLocks noChangeAspect="1"/>
          </p:cNvPicPr>
          <p:nvPr/>
        </p:nvPicPr>
        <p:blipFill rotWithShape="1">
          <a:blip r:embed="rId66"/>
          <a:stretch>
            <a:fillRect/>
          </a:stretch>
        </p:blipFill>
        <p:spPr>
          <a:xfrm>
            <a:off x="9296400" y="5105400"/>
            <a:ext cx="304800" cy="304800"/>
          </a:xfrm>
          <a:prstGeom prst="rect">
            <a:avLst/>
          </a:prstGeom>
        </p:spPr>
      </p:pic>
      <p:pic>
        <p:nvPicPr>
          <p:cNvPr id="66" name="Image 64" descr="preencoded.png"/>
          <p:cNvPicPr>
            <a:picLocks noChangeAspect="1"/>
          </p:cNvPicPr>
          <p:nvPr/>
        </p:nvPicPr>
        <p:blipFill rotWithShape="1">
          <a:blip r:embed="rId67"/>
          <a:stretch>
            <a:fillRect/>
          </a:stretch>
        </p:blipFill>
        <p:spPr>
          <a:xfrm>
            <a:off x="9353550" y="5181600"/>
            <a:ext cx="190500" cy="152400"/>
          </a:xfrm>
          <a:prstGeom prst="rect">
            <a:avLst/>
          </a:prstGeom>
        </p:spPr>
      </p:pic>
      <p:pic>
        <p:nvPicPr>
          <p:cNvPr id="67" name="Image 65" descr="preencoded.png"/>
          <p:cNvPicPr>
            <a:picLocks noChangeAspect="1"/>
          </p:cNvPicPr>
          <p:nvPr/>
        </p:nvPicPr>
        <p:blipFill rotWithShape="1">
          <a:blip r:embed="rId68"/>
          <a:stretch>
            <a:fillRect/>
          </a:stretch>
        </p:blipFill>
        <p:spPr>
          <a:xfrm>
            <a:off x="9296400" y="5562600"/>
            <a:ext cx="2514600" cy="457200"/>
          </a:xfrm>
          <a:prstGeom prst="rect">
            <a:avLst/>
          </a:prstGeom>
        </p:spPr>
      </p:pic>
      <p:pic>
        <p:nvPicPr>
          <p:cNvPr id="68" name="Image 66" descr="preencoded.png"/>
          <p:cNvPicPr>
            <a:picLocks noChangeAspect="1"/>
          </p:cNvPicPr>
          <p:nvPr/>
        </p:nvPicPr>
        <p:blipFill rotWithShape="1">
          <a:blip r:embed="rId69"/>
          <a:stretch>
            <a:fillRect/>
          </a:stretch>
        </p:blipFill>
        <p:spPr>
          <a:xfrm>
            <a:off x="9296400" y="5638800"/>
            <a:ext cx="304800" cy="304800"/>
          </a:xfrm>
          <a:prstGeom prst="rect">
            <a:avLst/>
          </a:prstGeom>
        </p:spPr>
      </p:pic>
      <p:pic>
        <p:nvPicPr>
          <p:cNvPr id="69" name="Image 67" descr="preencoded.png"/>
          <p:cNvPicPr>
            <a:picLocks noChangeAspect="1"/>
          </p:cNvPicPr>
          <p:nvPr/>
        </p:nvPicPr>
        <p:blipFill rotWithShape="1">
          <a:blip r:embed="rId70"/>
          <a:stretch>
            <a:fillRect/>
          </a:stretch>
        </p:blipFill>
        <p:spPr>
          <a:xfrm>
            <a:off x="9372600" y="5715000"/>
            <a:ext cx="152400" cy="152400"/>
          </a:xfrm>
          <a:prstGeom prst="rect">
            <a:avLst/>
          </a:prstGeom>
        </p:spPr>
      </p:pic>
      <p:pic>
        <p:nvPicPr>
          <p:cNvPr id="70" name="Image 68" descr="preencoded.png"/>
          <p:cNvPicPr>
            <a:picLocks noChangeAspect="1"/>
          </p:cNvPicPr>
          <p:nvPr/>
        </p:nvPicPr>
        <p:blipFill rotWithShape="1">
          <a:blip r:embed="rId71"/>
          <a:stretch>
            <a:fillRect/>
          </a:stretch>
        </p:blipFill>
        <p:spPr>
          <a:xfrm>
            <a:off x="9296400" y="6172200"/>
            <a:ext cx="304800" cy="304800"/>
          </a:xfrm>
          <a:prstGeom prst="rect">
            <a:avLst/>
          </a:prstGeom>
        </p:spPr>
      </p:pic>
      <p:pic>
        <p:nvPicPr>
          <p:cNvPr id="71" name="Image 69" descr="preencoded.png"/>
          <p:cNvPicPr>
            <a:picLocks noChangeAspect="1"/>
          </p:cNvPicPr>
          <p:nvPr/>
        </p:nvPicPr>
        <p:blipFill rotWithShape="1">
          <a:blip r:embed="rId72"/>
          <a:stretch>
            <a:fillRect/>
          </a:stretch>
        </p:blipFill>
        <p:spPr>
          <a:xfrm>
            <a:off x="9382125" y="6248400"/>
            <a:ext cx="133350" cy="152400"/>
          </a:xfrm>
          <a:prstGeom prst="rect">
            <a:avLst/>
          </a:prstGeom>
        </p:spPr>
      </p:pic>
      <p:pic>
        <p:nvPicPr>
          <p:cNvPr id="72" name="Image 70" descr="preencoded.png"/>
          <p:cNvPicPr>
            <a:picLocks noChangeAspect="1"/>
          </p:cNvPicPr>
          <p:nvPr/>
        </p:nvPicPr>
        <p:blipFill rotWithShape="1">
          <a:blip r:embed="rId73"/>
          <a:stretch>
            <a:fillRect/>
          </a:stretch>
        </p:blipFill>
        <p:spPr>
          <a:xfrm>
            <a:off x="11582400" y="6248400"/>
            <a:ext cx="381000" cy="381000"/>
          </a:xfrm>
          <a:prstGeom prst="rect">
            <a:avLst/>
          </a:prstGeom>
        </p:spPr>
      </p:pic>
      <p:sp>
        <p:nvSpPr>
          <p:cNvPr id="73" name="Text 0"/>
          <p:cNvSpPr/>
          <p:nvPr/>
        </p:nvSpPr>
        <p:spPr>
          <a:xfrm>
            <a:off x="228600" y="228600"/>
            <a:ext cx="2697659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400"/>
              </a:lnSpc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적용 기술 및 아키텍처</a:t>
            </a:r>
            <a:endParaRPr lang="en-US" sz="1800"/>
          </a:p>
        </p:txBody>
      </p:sp>
      <p:sp>
        <p:nvSpPr>
          <p:cNvPr id="74" name="Text 1"/>
          <p:cNvSpPr/>
          <p:nvPr/>
        </p:nvSpPr>
        <p:spPr>
          <a:xfrm>
            <a:off x="228600" y="571500"/>
            <a:ext cx="117348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ko-KR" altLang="en-US" sz="105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강사와 학생의 소통 기반 </a:t>
            </a:r>
            <a:r>
              <a:rPr lang="en-US" altLang="ko-KR" sz="105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LMS</a:t>
            </a:r>
            <a:r>
              <a:rPr lang="ko-KR" altLang="en-US" sz="105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 플렛폼</a:t>
            </a:r>
            <a:r>
              <a:rPr lang="en-US" sz="105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의 기술 스택 및 시스템 아키텍처 구성</a:t>
            </a:r>
            <a:endParaRPr lang="en-US" sz="1050">
              <a:solidFill>
                <a:srgbClr val="67e8f9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75" name="Text 2"/>
          <p:cNvSpPr/>
          <p:nvPr/>
        </p:nvSpPr>
        <p:spPr>
          <a:xfrm>
            <a:off x="5605314" y="1143000"/>
            <a:ext cx="11430000" cy="2667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시스템 아키텍처</a:t>
            </a:r>
            <a:endParaRPr lang="en-US" sz="1350"/>
          </a:p>
        </p:txBody>
      </p:sp>
      <p:sp>
        <p:nvSpPr>
          <p:cNvPr id="76" name="Text 3"/>
          <p:cNvSpPr/>
          <p:nvPr/>
        </p:nvSpPr>
        <p:spPr>
          <a:xfrm>
            <a:off x="914400" y="24765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클라이언트</a:t>
            </a:r>
            <a:endParaRPr lang="en-US" sz="1200"/>
          </a:p>
        </p:txBody>
      </p:sp>
      <p:sp>
        <p:nvSpPr>
          <p:cNvPr id="77" name="Text 4"/>
          <p:cNvSpPr/>
          <p:nvPr/>
        </p:nvSpPr>
        <p:spPr>
          <a:xfrm>
            <a:off x="914400" y="2705100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4b5563"/>
                </a:solidFill>
                <a:latin typeface="Segoe UI"/>
                <a:ea typeface="Segoe UI"/>
                <a:cs typeface="Segoe UI"/>
              </a:rPr>
              <a:t>브라우저/앱</a:t>
            </a:r>
            <a:endParaRPr lang="en-US" sz="1050"/>
          </a:p>
        </p:txBody>
      </p:sp>
      <p:sp>
        <p:nvSpPr>
          <p:cNvPr id="78" name="Text 5"/>
          <p:cNvSpPr/>
          <p:nvPr/>
        </p:nvSpPr>
        <p:spPr>
          <a:xfrm>
            <a:off x="3911501" y="24765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웹 서버</a:t>
            </a:r>
            <a:endParaRPr lang="en-US" sz="1200"/>
          </a:p>
        </p:txBody>
      </p:sp>
      <p:sp>
        <p:nvSpPr>
          <p:cNvPr id="79" name="Text 6"/>
          <p:cNvSpPr/>
          <p:nvPr/>
        </p:nvSpPr>
        <p:spPr>
          <a:xfrm>
            <a:off x="3911501" y="2705100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4b5563"/>
                </a:solidFill>
                <a:latin typeface="Segoe UI"/>
                <a:ea typeface="Segoe UI"/>
                <a:cs typeface="Segoe UI"/>
              </a:rPr>
              <a:t>Nginx</a:t>
            </a:r>
            <a:endParaRPr lang="en-US" sz="1050"/>
          </a:p>
        </p:txBody>
      </p:sp>
      <p:sp>
        <p:nvSpPr>
          <p:cNvPr id="80" name="Text 7"/>
          <p:cNvSpPr/>
          <p:nvPr/>
        </p:nvSpPr>
        <p:spPr>
          <a:xfrm>
            <a:off x="6908602" y="24765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WAS</a:t>
            </a:r>
            <a:endParaRPr lang="en-US" sz="1200"/>
          </a:p>
        </p:txBody>
      </p:sp>
      <p:sp>
        <p:nvSpPr>
          <p:cNvPr id="81" name="Text 8"/>
          <p:cNvSpPr/>
          <p:nvPr/>
        </p:nvSpPr>
        <p:spPr>
          <a:xfrm>
            <a:off x="6771442" y="2705100"/>
            <a:ext cx="164592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4b5563"/>
                </a:solidFill>
                <a:latin typeface="Segoe UI"/>
                <a:ea typeface="Segoe UI"/>
                <a:cs typeface="Segoe UI"/>
              </a:rPr>
              <a:t>Spring Boot</a:t>
            </a:r>
            <a:endParaRPr lang="en-US" sz="1050"/>
          </a:p>
        </p:txBody>
      </p:sp>
      <p:sp>
        <p:nvSpPr>
          <p:cNvPr id="82" name="Text 9"/>
          <p:cNvSpPr/>
          <p:nvPr/>
        </p:nvSpPr>
        <p:spPr>
          <a:xfrm>
            <a:off x="9905702" y="24765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데이터베이스</a:t>
            </a:r>
            <a:endParaRPr lang="en-US" sz="1200"/>
          </a:p>
        </p:txBody>
      </p:sp>
      <p:sp>
        <p:nvSpPr>
          <p:cNvPr id="83" name="Text 10"/>
          <p:cNvSpPr/>
          <p:nvPr/>
        </p:nvSpPr>
        <p:spPr>
          <a:xfrm>
            <a:off x="9768542" y="2705100"/>
            <a:ext cx="164592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4b5563"/>
                </a:solidFill>
                <a:latin typeface="Segoe UI"/>
                <a:ea typeface="Segoe UI"/>
                <a:cs typeface="Segoe UI"/>
              </a:rPr>
              <a:t>MySQL/PostgreSQL</a:t>
            </a:r>
            <a:endParaRPr lang="en-US" sz="1050"/>
          </a:p>
        </p:txBody>
      </p:sp>
      <p:sp>
        <p:nvSpPr>
          <p:cNvPr id="84" name="Text 11"/>
          <p:cNvSpPr/>
          <p:nvPr/>
        </p:nvSpPr>
        <p:spPr>
          <a:xfrm>
            <a:off x="876300" y="3981450"/>
            <a:ext cx="1028700" cy="2667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프론트엔드</a:t>
            </a:r>
            <a:endParaRPr lang="en-US" sz="1350"/>
          </a:p>
        </p:txBody>
      </p:sp>
      <p:sp>
        <p:nvSpPr>
          <p:cNvPr id="85" name="Text 12"/>
          <p:cNvSpPr/>
          <p:nvPr/>
        </p:nvSpPr>
        <p:spPr>
          <a:xfrm>
            <a:off x="762000" y="4629150"/>
            <a:ext cx="1325166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React (TypeScript)</a:t>
            </a:r>
            <a:endParaRPr lang="en-US" sz="1050"/>
          </a:p>
        </p:txBody>
      </p:sp>
      <p:sp>
        <p:nvSpPr>
          <p:cNvPr id="86" name="Text 13"/>
          <p:cNvSpPr/>
          <p:nvPr/>
        </p:nvSpPr>
        <p:spPr>
          <a:xfrm>
            <a:off x="762000" y="5162550"/>
            <a:ext cx="123586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Recoil (상태관리)</a:t>
            </a:r>
            <a:endParaRPr lang="en-US" sz="1050"/>
          </a:p>
        </p:txBody>
      </p:sp>
      <p:sp>
        <p:nvSpPr>
          <p:cNvPr id="87" name="Text 14"/>
          <p:cNvSpPr/>
          <p:nvPr/>
        </p:nvSpPr>
        <p:spPr>
          <a:xfrm>
            <a:off x="762000" y="5695950"/>
            <a:ext cx="898327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TailwindCSS</a:t>
            </a:r>
            <a:endParaRPr lang="en-US" sz="1050"/>
          </a:p>
        </p:txBody>
      </p:sp>
      <p:sp>
        <p:nvSpPr>
          <p:cNvPr id="88" name="Text 15"/>
          <p:cNvSpPr/>
          <p:nvPr/>
        </p:nvSpPr>
        <p:spPr>
          <a:xfrm>
            <a:off x="3848100" y="3981450"/>
            <a:ext cx="617220" cy="2667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백엔드</a:t>
            </a:r>
            <a:endParaRPr lang="en-US" sz="1350"/>
          </a:p>
        </p:txBody>
      </p:sp>
      <p:sp>
        <p:nvSpPr>
          <p:cNvPr id="89" name="Text 16"/>
          <p:cNvSpPr/>
          <p:nvPr/>
        </p:nvSpPr>
        <p:spPr>
          <a:xfrm>
            <a:off x="3733800" y="4629150"/>
            <a:ext cx="338078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Java</a:t>
            </a:r>
            <a:endParaRPr lang="en-US" sz="1050"/>
          </a:p>
        </p:txBody>
      </p:sp>
      <p:sp>
        <p:nvSpPr>
          <p:cNvPr id="90" name="Text 17"/>
          <p:cNvSpPr/>
          <p:nvPr/>
        </p:nvSpPr>
        <p:spPr>
          <a:xfrm>
            <a:off x="3733800" y="5162550"/>
            <a:ext cx="836355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Spring Boot</a:t>
            </a:r>
            <a:endParaRPr lang="en-US" sz="1050"/>
          </a:p>
        </p:txBody>
      </p:sp>
      <p:sp>
        <p:nvSpPr>
          <p:cNvPr id="91" name="Text 18"/>
          <p:cNvSpPr/>
          <p:nvPr/>
        </p:nvSpPr>
        <p:spPr>
          <a:xfrm>
            <a:off x="3733800" y="5695950"/>
            <a:ext cx="1085136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Spring Security</a:t>
            </a:r>
            <a:endParaRPr lang="en-US" sz="1050"/>
          </a:p>
        </p:txBody>
      </p:sp>
      <p:sp>
        <p:nvSpPr>
          <p:cNvPr id="92" name="Text 19"/>
          <p:cNvSpPr/>
          <p:nvPr/>
        </p:nvSpPr>
        <p:spPr>
          <a:xfrm>
            <a:off x="3733800" y="6229350"/>
            <a:ext cx="281642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JPA</a:t>
            </a:r>
            <a:endParaRPr lang="en-US" sz="1050"/>
          </a:p>
        </p:txBody>
      </p:sp>
      <p:sp>
        <p:nvSpPr>
          <p:cNvPr id="93" name="Text 20"/>
          <p:cNvSpPr/>
          <p:nvPr/>
        </p:nvSpPr>
        <p:spPr>
          <a:xfrm>
            <a:off x="6819900" y="3981450"/>
            <a:ext cx="1234440" cy="2667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데이터베이스</a:t>
            </a:r>
            <a:endParaRPr lang="en-US" sz="1350"/>
          </a:p>
        </p:txBody>
      </p:sp>
      <p:sp>
        <p:nvSpPr>
          <p:cNvPr id="94" name="Text 21"/>
          <p:cNvSpPr/>
          <p:nvPr/>
        </p:nvSpPr>
        <p:spPr>
          <a:xfrm>
            <a:off x="6705600" y="4629150"/>
            <a:ext cx="533638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MySQL</a:t>
            </a:r>
            <a:endParaRPr lang="en-US" sz="1050"/>
          </a:p>
        </p:txBody>
      </p:sp>
      <p:sp>
        <p:nvSpPr>
          <p:cNvPr id="95" name="Text 22"/>
          <p:cNvSpPr/>
          <p:nvPr/>
        </p:nvSpPr>
        <p:spPr>
          <a:xfrm>
            <a:off x="6705600" y="5162550"/>
            <a:ext cx="871716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PostgreSQL</a:t>
            </a:r>
            <a:endParaRPr lang="en-US" sz="1050"/>
          </a:p>
        </p:txBody>
      </p:sp>
      <p:sp>
        <p:nvSpPr>
          <p:cNvPr id="96" name="Text 23"/>
          <p:cNvSpPr/>
          <p:nvPr/>
        </p:nvSpPr>
        <p:spPr>
          <a:xfrm>
            <a:off x="6705600" y="5695950"/>
            <a:ext cx="88028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Redis (캐싱)</a:t>
            </a:r>
            <a:endParaRPr lang="en-US" sz="1050"/>
          </a:p>
        </p:txBody>
      </p:sp>
      <p:sp>
        <p:nvSpPr>
          <p:cNvPr id="97" name="Text 24"/>
          <p:cNvSpPr/>
          <p:nvPr/>
        </p:nvSpPr>
        <p:spPr>
          <a:xfrm>
            <a:off x="9791700" y="3981450"/>
            <a:ext cx="411480" cy="2667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배포</a:t>
            </a:r>
            <a:endParaRPr lang="en-US" sz="1350"/>
          </a:p>
        </p:txBody>
      </p:sp>
      <p:sp>
        <p:nvSpPr>
          <p:cNvPr id="98" name="Text 25"/>
          <p:cNvSpPr/>
          <p:nvPr/>
        </p:nvSpPr>
        <p:spPr>
          <a:xfrm>
            <a:off x="9677400" y="4629150"/>
            <a:ext cx="714375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AWS EC2</a:t>
            </a:r>
            <a:endParaRPr lang="en-US" sz="1050"/>
          </a:p>
        </p:txBody>
      </p:sp>
      <p:sp>
        <p:nvSpPr>
          <p:cNvPr id="99" name="Text 26"/>
          <p:cNvSpPr/>
          <p:nvPr/>
        </p:nvSpPr>
        <p:spPr>
          <a:xfrm>
            <a:off x="9677400" y="5162550"/>
            <a:ext cx="507028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Docker</a:t>
            </a:r>
            <a:endParaRPr lang="en-US" sz="1050"/>
          </a:p>
        </p:txBody>
      </p:sp>
      <p:sp>
        <p:nvSpPr>
          <p:cNvPr id="100" name="Text 27"/>
          <p:cNvSpPr/>
          <p:nvPr/>
        </p:nvSpPr>
        <p:spPr>
          <a:xfrm>
            <a:off x="9677400" y="5695950"/>
            <a:ext cx="409158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Nginx</a:t>
            </a:r>
            <a:endParaRPr lang="en-US" sz="1050"/>
          </a:p>
        </p:txBody>
      </p:sp>
      <p:sp>
        <p:nvSpPr>
          <p:cNvPr id="101" name="Text 28"/>
          <p:cNvSpPr/>
          <p:nvPr/>
        </p:nvSpPr>
        <p:spPr>
          <a:xfrm>
            <a:off x="9677400" y="6229350"/>
            <a:ext cx="128016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CI/CD 파이프라인</a:t>
            </a:r>
            <a:endParaRPr lang="en-US" sz="1050"/>
          </a:p>
        </p:txBody>
      </p:sp>
      <p:sp>
        <p:nvSpPr>
          <p:cNvPr id="102" name="Text 29"/>
          <p:cNvSpPr/>
          <p:nvPr/>
        </p:nvSpPr>
        <p:spPr>
          <a:xfrm>
            <a:off x="11730484" y="6324600"/>
            <a:ext cx="101798" cy="228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7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879699" y="361950"/>
            <a:ext cx="6096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228600" y="990600"/>
            <a:ext cx="11734800" cy="685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381000" y="1143000"/>
            <a:ext cx="3810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485775" y="1257300"/>
            <a:ext cx="17145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228600" y="1828800"/>
            <a:ext cx="11734800" cy="2628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228600" y="1828800"/>
            <a:ext cx="2705100" cy="2628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381000" y="1981200"/>
            <a:ext cx="2400300" cy="1066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1276350" y="1981200"/>
            <a:ext cx="609600" cy="609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1438275" y="2133600"/>
            <a:ext cx="28575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3238500" y="1828800"/>
            <a:ext cx="2705100" cy="2628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3390900" y="1981200"/>
            <a:ext cx="2400300" cy="1066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4286250" y="1981200"/>
            <a:ext cx="609600" cy="609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4476750" y="2133600"/>
            <a:ext cx="22860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6248400" y="1828800"/>
            <a:ext cx="2705100" cy="2628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 rotWithShape="1">
          <a:blip r:embed="rId19"/>
          <a:stretch>
            <a:fillRect/>
          </a:stretch>
        </p:blipFill>
        <p:spPr>
          <a:xfrm>
            <a:off x="6400800" y="1981200"/>
            <a:ext cx="2400300" cy="1066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 rotWithShape="1">
          <a:blip r:embed="rId20"/>
          <a:stretch>
            <a:fillRect/>
          </a:stretch>
        </p:blipFill>
        <p:spPr>
          <a:xfrm>
            <a:off x="7296150" y="1981200"/>
            <a:ext cx="609600" cy="6096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 rotWithShape="1">
          <a:blip r:embed="rId21"/>
          <a:stretch>
            <a:fillRect/>
          </a:stretch>
        </p:blipFill>
        <p:spPr>
          <a:xfrm>
            <a:off x="7486650" y="2133600"/>
            <a:ext cx="228600" cy="304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 rotWithShape="1">
          <a:blip r:embed="rId22"/>
          <a:stretch>
            <a:fillRect/>
          </a:stretch>
        </p:blipFill>
        <p:spPr>
          <a:xfrm>
            <a:off x="9258300" y="1828800"/>
            <a:ext cx="2705100" cy="26289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 rotWithShape="1">
          <a:blip r:embed="rId23"/>
          <a:stretch>
            <a:fillRect/>
          </a:stretch>
        </p:blipFill>
        <p:spPr>
          <a:xfrm>
            <a:off x="9410700" y="1981200"/>
            <a:ext cx="2400300" cy="1066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 rotWithShape="1">
          <a:blip r:embed="rId24"/>
          <a:stretch>
            <a:fillRect/>
          </a:stretch>
        </p:blipFill>
        <p:spPr>
          <a:xfrm>
            <a:off x="10306050" y="1981200"/>
            <a:ext cx="609600" cy="6096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 rotWithShape="1">
          <a:blip r:embed="rId25"/>
          <a:stretch>
            <a:fillRect/>
          </a:stretch>
        </p:blipFill>
        <p:spPr>
          <a:xfrm>
            <a:off x="10467975" y="2133600"/>
            <a:ext cx="285750" cy="3048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 rotWithShape="1">
          <a:blip r:embed="rId26"/>
          <a:stretch>
            <a:fillRect/>
          </a:stretch>
        </p:blipFill>
        <p:spPr>
          <a:xfrm>
            <a:off x="228600" y="4762500"/>
            <a:ext cx="11734800" cy="1295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 rotWithShape="1">
          <a:blip r:embed="rId27"/>
          <a:stretch>
            <a:fillRect/>
          </a:stretch>
        </p:blipFill>
        <p:spPr>
          <a:xfrm>
            <a:off x="381000" y="4953000"/>
            <a:ext cx="1143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 rotWithShape="1">
          <a:blip r:embed="rId28"/>
          <a:stretch>
            <a:fillRect/>
          </a:stretch>
        </p:blipFill>
        <p:spPr>
          <a:xfrm>
            <a:off x="381000" y="5295900"/>
            <a:ext cx="3708350" cy="6096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 rotWithShape="1">
          <a:blip r:embed="rId29"/>
          <a:stretch>
            <a:fillRect/>
          </a:stretch>
        </p:blipFill>
        <p:spPr>
          <a:xfrm>
            <a:off x="495300" y="5410200"/>
            <a:ext cx="381000" cy="3810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 rotWithShape="1">
          <a:blip r:embed="rId30"/>
          <a:stretch>
            <a:fillRect/>
          </a:stretch>
        </p:blipFill>
        <p:spPr>
          <a:xfrm>
            <a:off x="590550" y="5524500"/>
            <a:ext cx="1905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 rotWithShape="1">
          <a:blip r:embed="rId31"/>
          <a:stretch>
            <a:fillRect/>
          </a:stretch>
        </p:blipFill>
        <p:spPr>
          <a:xfrm>
            <a:off x="4241750" y="5295900"/>
            <a:ext cx="3708350" cy="6096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 rotWithShape="1">
          <a:blip r:embed="rId32"/>
          <a:stretch>
            <a:fillRect/>
          </a:stretch>
        </p:blipFill>
        <p:spPr>
          <a:xfrm>
            <a:off x="4356050" y="5410200"/>
            <a:ext cx="381000" cy="3810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 rotWithShape="1">
          <a:blip r:embed="rId33"/>
          <a:stretch>
            <a:fillRect/>
          </a:stretch>
        </p:blipFill>
        <p:spPr>
          <a:xfrm>
            <a:off x="4451300" y="5524500"/>
            <a:ext cx="190500" cy="1524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 rotWithShape="1">
          <a:blip r:embed="rId34"/>
          <a:stretch>
            <a:fillRect/>
          </a:stretch>
        </p:blipFill>
        <p:spPr>
          <a:xfrm>
            <a:off x="8102501" y="5295900"/>
            <a:ext cx="3708499" cy="6096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 rotWithShape="1">
          <a:blip r:embed="rId35"/>
          <a:stretch>
            <a:fillRect/>
          </a:stretch>
        </p:blipFill>
        <p:spPr>
          <a:xfrm>
            <a:off x="8216801" y="5410200"/>
            <a:ext cx="381000" cy="3810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 rotWithShape="1">
          <a:blip r:embed="rId36"/>
          <a:stretch>
            <a:fillRect/>
          </a:stretch>
        </p:blipFill>
        <p:spPr>
          <a:xfrm>
            <a:off x="8331101" y="5524500"/>
            <a:ext cx="152400" cy="152400"/>
          </a:xfrm>
          <a:prstGeom prst="rect">
            <a:avLst/>
          </a:prstGeom>
        </p:spPr>
      </p:pic>
      <p:sp>
        <p:nvSpPr>
          <p:cNvPr id="37" name="Text 0"/>
          <p:cNvSpPr/>
          <p:nvPr/>
        </p:nvSpPr>
        <p:spPr>
          <a:xfrm>
            <a:off x="228600" y="228600"/>
            <a:ext cx="1798439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400"/>
              </a:lnSpc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핵심 기능 시연</a:t>
            </a:r>
            <a:endParaRPr lang="en-US" sz="1800"/>
          </a:p>
        </p:txBody>
      </p:sp>
      <p:sp>
        <p:nvSpPr>
          <p:cNvPr id="38" name="Text 1"/>
          <p:cNvSpPr/>
          <p:nvPr/>
        </p:nvSpPr>
        <p:spPr>
          <a:xfrm>
            <a:off x="228600" y="571500"/>
            <a:ext cx="117348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ko-KR" altLang="en-US" sz="105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강사와 학생의 소통 기반 </a:t>
            </a:r>
            <a:r>
              <a:rPr lang="en-US" altLang="ko-KR" sz="105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LMS</a:t>
            </a:r>
            <a:r>
              <a:rPr lang="ko-KR" altLang="en-US" sz="105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 플렛폼</a:t>
            </a:r>
            <a:r>
              <a:rPr lang="en-US" sz="105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의 사용자 시나리오 기반 주요 기능 시연</a:t>
            </a:r>
            <a:endParaRPr lang="en-US" sz="1050">
              <a:solidFill>
                <a:srgbClr val="67e8f9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9" name="Text 2"/>
          <p:cNvSpPr/>
          <p:nvPr/>
        </p:nvSpPr>
        <p:spPr>
          <a:xfrm>
            <a:off x="876300" y="1219200"/>
            <a:ext cx="5821799" cy="228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라이브 시연:</a:t>
            </a:r>
            <a:r>
              <a:rPr lang="en-US" sz="120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 준비된 시나리오에 따라 핵심 기능을 라이브로 시연합니다.</a:t>
            </a:r>
            <a:endParaRPr lang="en-US" sz="1200"/>
          </a:p>
        </p:txBody>
      </p:sp>
      <p:sp>
        <p:nvSpPr>
          <p:cNvPr id="40" name="Text 3"/>
          <p:cNvSpPr/>
          <p:nvPr/>
        </p:nvSpPr>
        <p:spPr>
          <a:xfrm>
            <a:off x="700876" y="2705100"/>
            <a:ext cx="1760399" cy="2667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2100"/>
              </a:lnSpc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교수자의 강의 개설</a:t>
            </a:r>
            <a:endParaRPr lang="en-US" sz="1350"/>
          </a:p>
        </p:txBody>
      </p:sp>
      <p:sp>
        <p:nvSpPr>
          <p:cNvPr id="41" name="Text 4"/>
          <p:cNvSpPr/>
          <p:nvPr/>
        </p:nvSpPr>
        <p:spPr>
          <a:xfrm>
            <a:off x="609600" y="32004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강의 정보 입력</a:t>
            </a:r>
            <a:endParaRPr lang="en-US" sz="1050"/>
          </a:p>
        </p:txBody>
      </p:sp>
      <p:sp>
        <p:nvSpPr>
          <p:cNvPr id="42" name="Text 5"/>
          <p:cNvSpPr/>
          <p:nvPr/>
        </p:nvSpPr>
        <p:spPr>
          <a:xfrm>
            <a:off x="609600" y="35052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콘텐츠 업로드</a:t>
            </a:r>
            <a:endParaRPr lang="en-US" sz="1050"/>
          </a:p>
        </p:txBody>
      </p:sp>
      <p:sp>
        <p:nvSpPr>
          <p:cNvPr id="43" name="Text 6"/>
          <p:cNvSpPr/>
          <p:nvPr/>
        </p:nvSpPr>
        <p:spPr>
          <a:xfrm>
            <a:off x="609600" y="38100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과제 설정</a:t>
            </a:r>
            <a:endParaRPr lang="en-US" sz="1050"/>
          </a:p>
        </p:txBody>
      </p:sp>
      <p:sp>
        <p:nvSpPr>
          <p:cNvPr id="44" name="Text 7"/>
          <p:cNvSpPr/>
          <p:nvPr/>
        </p:nvSpPr>
        <p:spPr>
          <a:xfrm>
            <a:off x="609600" y="41148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공지사항 등록</a:t>
            </a:r>
            <a:endParaRPr lang="en-US" sz="1050"/>
          </a:p>
        </p:txBody>
      </p:sp>
      <p:sp>
        <p:nvSpPr>
          <p:cNvPr id="45" name="Text 8"/>
          <p:cNvSpPr/>
          <p:nvPr/>
        </p:nvSpPr>
        <p:spPr>
          <a:xfrm>
            <a:off x="3945091" y="2705100"/>
            <a:ext cx="1291769" cy="2667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2100"/>
              </a:lnSpc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학습자의 수강</a:t>
            </a:r>
            <a:endParaRPr lang="en-US" sz="1350"/>
          </a:p>
        </p:txBody>
      </p:sp>
      <p:sp>
        <p:nvSpPr>
          <p:cNvPr id="46" name="Text 9"/>
          <p:cNvSpPr/>
          <p:nvPr/>
        </p:nvSpPr>
        <p:spPr>
          <a:xfrm>
            <a:off x="3619500" y="32004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강의 목록 확인</a:t>
            </a:r>
            <a:endParaRPr lang="en-US" sz="1050"/>
          </a:p>
        </p:txBody>
      </p:sp>
      <p:sp>
        <p:nvSpPr>
          <p:cNvPr id="47" name="Text 10"/>
          <p:cNvSpPr/>
          <p:nvPr/>
        </p:nvSpPr>
        <p:spPr>
          <a:xfrm>
            <a:off x="3619500" y="35052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수강 신청</a:t>
            </a:r>
            <a:endParaRPr lang="en-US" sz="1050"/>
          </a:p>
        </p:txBody>
      </p:sp>
      <p:sp>
        <p:nvSpPr>
          <p:cNvPr id="48" name="Text 11"/>
          <p:cNvSpPr/>
          <p:nvPr/>
        </p:nvSpPr>
        <p:spPr>
          <a:xfrm>
            <a:off x="3619500" y="38100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강의 내용 보기</a:t>
            </a:r>
            <a:endParaRPr lang="en-US" sz="1050"/>
          </a:p>
        </p:txBody>
      </p:sp>
      <p:sp>
        <p:nvSpPr>
          <p:cNvPr id="49" name="Text 12"/>
          <p:cNvSpPr/>
          <p:nvPr/>
        </p:nvSpPr>
        <p:spPr>
          <a:xfrm>
            <a:off x="3619500" y="41148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노트 작성</a:t>
            </a:r>
            <a:endParaRPr lang="en-US" sz="1050"/>
          </a:p>
        </p:txBody>
      </p:sp>
      <p:sp>
        <p:nvSpPr>
          <p:cNvPr id="50" name="Text 13"/>
          <p:cNvSpPr/>
          <p:nvPr/>
        </p:nvSpPr>
        <p:spPr>
          <a:xfrm>
            <a:off x="7160731" y="2705100"/>
            <a:ext cx="880289" cy="2667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2100"/>
              </a:lnSpc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과제 제출</a:t>
            </a:r>
            <a:endParaRPr lang="en-US" sz="1350"/>
          </a:p>
        </p:txBody>
      </p:sp>
      <p:sp>
        <p:nvSpPr>
          <p:cNvPr id="51" name="Text 14"/>
          <p:cNvSpPr/>
          <p:nvPr/>
        </p:nvSpPr>
        <p:spPr>
          <a:xfrm>
            <a:off x="6629400" y="32004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과제 받기</a:t>
            </a:r>
            <a:endParaRPr lang="en-US" sz="1050"/>
          </a:p>
        </p:txBody>
      </p:sp>
      <p:sp>
        <p:nvSpPr>
          <p:cNvPr id="52" name="Text 15"/>
          <p:cNvSpPr/>
          <p:nvPr/>
        </p:nvSpPr>
        <p:spPr>
          <a:xfrm>
            <a:off x="6629400" y="35052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답안 작성</a:t>
            </a:r>
            <a:endParaRPr lang="en-US" sz="1050"/>
          </a:p>
        </p:txBody>
      </p:sp>
      <p:sp>
        <p:nvSpPr>
          <p:cNvPr id="53" name="Text 16"/>
          <p:cNvSpPr/>
          <p:nvPr/>
        </p:nvSpPr>
        <p:spPr>
          <a:xfrm>
            <a:off x="6629400" y="38100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파일 첨부</a:t>
            </a:r>
            <a:endParaRPr lang="en-US" sz="1050"/>
          </a:p>
        </p:txBody>
      </p:sp>
      <p:sp>
        <p:nvSpPr>
          <p:cNvPr id="54" name="Text 17"/>
          <p:cNvSpPr/>
          <p:nvPr/>
        </p:nvSpPr>
        <p:spPr>
          <a:xfrm>
            <a:off x="6629400" y="41148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제출하기</a:t>
            </a:r>
            <a:endParaRPr lang="en-US" sz="1050"/>
          </a:p>
        </p:txBody>
      </p:sp>
      <p:sp>
        <p:nvSpPr>
          <p:cNvPr id="55" name="Text 18"/>
          <p:cNvSpPr/>
          <p:nvPr/>
        </p:nvSpPr>
        <p:spPr>
          <a:xfrm>
            <a:off x="9862021" y="2705100"/>
            <a:ext cx="1497509" cy="2667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2100"/>
              </a:lnSpc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교수자의 피드백</a:t>
            </a:r>
            <a:endParaRPr lang="en-US" sz="1350"/>
          </a:p>
        </p:txBody>
      </p:sp>
      <p:sp>
        <p:nvSpPr>
          <p:cNvPr id="56" name="Text 19"/>
          <p:cNvSpPr/>
          <p:nvPr/>
        </p:nvSpPr>
        <p:spPr>
          <a:xfrm>
            <a:off x="9639300" y="32004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답안 확인</a:t>
            </a:r>
            <a:endParaRPr lang="en-US" sz="1050"/>
          </a:p>
        </p:txBody>
      </p:sp>
      <p:sp>
        <p:nvSpPr>
          <p:cNvPr id="57" name="Text 20"/>
          <p:cNvSpPr/>
          <p:nvPr/>
        </p:nvSpPr>
        <p:spPr>
          <a:xfrm>
            <a:off x="9639300" y="35052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평가</a:t>
            </a:r>
            <a:endParaRPr lang="en-US" sz="1050"/>
          </a:p>
        </p:txBody>
      </p:sp>
      <p:sp>
        <p:nvSpPr>
          <p:cNvPr id="58" name="Text 21"/>
          <p:cNvSpPr/>
          <p:nvPr/>
        </p:nvSpPr>
        <p:spPr>
          <a:xfrm>
            <a:off x="9639300" y="38100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개별 피드백 제공</a:t>
            </a:r>
            <a:endParaRPr lang="en-US" sz="1050"/>
          </a:p>
        </p:txBody>
      </p:sp>
      <p:sp>
        <p:nvSpPr>
          <p:cNvPr id="59" name="Text 22"/>
          <p:cNvSpPr/>
          <p:nvPr/>
        </p:nvSpPr>
        <p:spPr>
          <a:xfrm>
            <a:off x="9639300" y="41148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성적 관리</a:t>
            </a:r>
            <a:endParaRPr lang="en-US" sz="1050"/>
          </a:p>
        </p:txBody>
      </p:sp>
      <p:sp>
        <p:nvSpPr>
          <p:cNvPr id="60" name="Text 23"/>
          <p:cNvSpPr/>
          <p:nvPr/>
        </p:nvSpPr>
        <p:spPr>
          <a:xfrm>
            <a:off x="571500" y="491490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시연 특징</a:t>
            </a:r>
            <a:endParaRPr lang="en-US" sz="1200"/>
          </a:p>
        </p:txBody>
      </p:sp>
      <p:sp>
        <p:nvSpPr>
          <p:cNvPr id="61" name="Text 24"/>
          <p:cNvSpPr/>
          <p:nvPr/>
        </p:nvSpPr>
        <p:spPr>
          <a:xfrm>
            <a:off x="990600" y="5410200"/>
            <a:ext cx="2984450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실제로 실행되는 시스템을 통해 모든 기능의 연속성을 보여줍니다.</a:t>
            </a:r>
            <a:endParaRPr lang="en-US" sz="900"/>
          </a:p>
        </p:txBody>
      </p:sp>
      <p:sp>
        <p:nvSpPr>
          <p:cNvPr id="62" name="Text 25"/>
          <p:cNvSpPr/>
          <p:nvPr/>
        </p:nvSpPr>
        <p:spPr>
          <a:xfrm>
            <a:off x="4851350" y="5410200"/>
            <a:ext cx="2984450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다양한 사용자 역할의 동시 작동을 통해 시스템의 인터랙션을 설명합니다.</a:t>
            </a:r>
            <a:endParaRPr lang="en-US" sz="900"/>
          </a:p>
        </p:txBody>
      </p:sp>
      <p:sp>
        <p:nvSpPr>
          <p:cNvPr id="63" name="Text 26"/>
          <p:cNvSpPr/>
          <p:nvPr/>
        </p:nvSpPr>
        <p:spPr>
          <a:xfrm>
            <a:off x="8712101" y="5410200"/>
            <a:ext cx="2984599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시스템의 반응 시간과 성능을 실시간으로 측정하여 최적화된 결과를 제공합니다.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3213199" y="361950"/>
            <a:ext cx="6096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228600" y="990600"/>
            <a:ext cx="5753100" cy="2971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381000" y="1143000"/>
            <a:ext cx="5448300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381000" y="1143000"/>
            <a:ext cx="381000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485775" y="1200150"/>
            <a:ext cx="171450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381000" y="1752600"/>
            <a:ext cx="5448300" cy="609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495300" y="1866900"/>
            <a:ext cx="30480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561975" y="1943100"/>
            <a:ext cx="17145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381000" y="2476500"/>
            <a:ext cx="5448300" cy="609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495300" y="2590800"/>
            <a:ext cx="3048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552450" y="2667000"/>
            <a:ext cx="1905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381000" y="3200400"/>
            <a:ext cx="5448300" cy="609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495300" y="3314700"/>
            <a:ext cx="30480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590550" y="3390900"/>
            <a:ext cx="1143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 rotWithShape="1">
          <a:blip r:embed="rId19"/>
          <a:stretch>
            <a:fillRect/>
          </a:stretch>
        </p:blipFill>
        <p:spPr>
          <a:xfrm>
            <a:off x="381000" y="4152900"/>
            <a:ext cx="5448300" cy="457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 rotWithShape="1">
          <a:blip r:embed="rId20"/>
          <a:stretch>
            <a:fillRect/>
          </a:stretch>
        </p:blipFill>
        <p:spPr>
          <a:xfrm>
            <a:off x="342900" y="4152900"/>
            <a:ext cx="381000" cy="3810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 rotWithShape="1">
          <a:blip r:embed="rId21"/>
          <a:stretch>
            <a:fillRect/>
          </a:stretch>
        </p:blipFill>
        <p:spPr>
          <a:xfrm>
            <a:off x="466725" y="4210050"/>
            <a:ext cx="133350" cy="2667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 rotWithShape="1">
          <a:blip r:embed="rId22"/>
          <a:stretch>
            <a:fillRect/>
          </a:stretch>
        </p:blipFill>
        <p:spPr>
          <a:xfrm>
            <a:off x="381000" y="4781550"/>
            <a:ext cx="5448300" cy="6096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 rotWithShape="1">
          <a:blip r:embed="rId23"/>
          <a:stretch>
            <a:fillRect/>
          </a:stretch>
        </p:blipFill>
        <p:spPr>
          <a:xfrm>
            <a:off x="495300" y="4895850"/>
            <a:ext cx="304800" cy="3048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 rotWithShape="1">
          <a:blip r:embed="rId24"/>
          <a:stretch>
            <a:fillRect/>
          </a:stretch>
        </p:blipFill>
        <p:spPr>
          <a:xfrm>
            <a:off x="571500" y="4972050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 rotWithShape="1">
          <a:blip r:embed="rId25"/>
          <a:stretch>
            <a:fillRect/>
          </a:stretch>
        </p:blipFill>
        <p:spPr>
          <a:xfrm>
            <a:off x="381000" y="5505450"/>
            <a:ext cx="5448300" cy="6096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 rotWithShape="1">
          <a:blip r:embed="rId26"/>
          <a:stretch>
            <a:fillRect/>
          </a:stretch>
        </p:blipFill>
        <p:spPr>
          <a:xfrm>
            <a:off x="495300" y="5619750"/>
            <a:ext cx="304800" cy="3048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 rotWithShape="1">
          <a:blip r:embed="rId27"/>
          <a:stretch>
            <a:fillRect/>
          </a:stretch>
        </p:blipFill>
        <p:spPr>
          <a:xfrm>
            <a:off x="581025" y="5695950"/>
            <a:ext cx="13335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 rotWithShape="1">
          <a:blip r:embed="rId28"/>
          <a:stretch>
            <a:fillRect/>
          </a:stretch>
        </p:blipFill>
        <p:spPr>
          <a:xfrm>
            <a:off x="381000" y="6229350"/>
            <a:ext cx="5448300" cy="6096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 rotWithShape="1">
          <a:blip r:embed="rId29"/>
          <a:stretch>
            <a:fillRect/>
          </a:stretch>
        </p:blipFill>
        <p:spPr>
          <a:xfrm>
            <a:off x="495300" y="6343650"/>
            <a:ext cx="304800" cy="3048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 rotWithShape="1">
          <a:blip r:embed="rId30"/>
          <a:stretch>
            <a:fillRect/>
          </a:stretch>
        </p:blipFill>
        <p:spPr>
          <a:xfrm>
            <a:off x="571500" y="6419850"/>
            <a:ext cx="152400" cy="1524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 rotWithShape="1">
          <a:blip r:embed="rId31"/>
          <a:stretch>
            <a:fillRect/>
          </a:stretch>
        </p:blipFill>
        <p:spPr>
          <a:xfrm>
            <a:off x="6210300" y="990600"/>
            <a:ext cx="5753100" cy="68199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 rotWithShape="1">
          <a:blip r:embed="rId32"/>
          <a:stretch>
            <a:fillRect/>
          </a:stretch>
        </p:blipFill>
        <p:spPr>
          <a:xfrm>
            <a:off x="6362700" y="1143000"/>
            <a:ext cx="5448300" cy="4572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 rotWithShape="1">
          <a:blip r:embed="rId33"/>
          <a:stretch>
            <a:fillRect/>
          </a:stretch>
        </p:blipFill>
        <p:spPr>
          <a:xfrm>
            <a:off x="6362700" y="1143000"/>
            <a:ext cx="381000" cy="3810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 rotWithShape="1">
          <a:blip r:embed="rId34"/>
          <a:stretch>
            <a:fillRect/>
          </a:stretch>
        </p:blipFill>
        <p:spPr>
          <a:xfrm>
            <a:off x="6457950" y="1200150"/>
            <a:ext cx="190500" cy="2667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 rotWithShape="1">
          <a:blip r:embed="rId35"/>
          <a:stretch>
            <a:fillRect/>
          </a:stretch>
        </p:blipFill>
        <p:spPr>
          <a:xfrm>
            <a:off x="6362700" y="1752600"/>
            <a:ext cx="2647950" cy="15240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 rotWithShape="1">
          <a:blip r:embed="rId36"/>
          <a:stretch>
            <a:fillRect/>
          </a:stretch>
        </p:blipFill>
        <p:spPr>
          <a:xfrm>
            <a:off x="7419975" y="1905000"/>
            <a:ext cx="533400" cy="53340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 rotWithShape="1">
          <a:blip r:embed="rId37"/>
          <a:stretch>
            <a:fillRect/>
          </a:stretch>
        </p:blipFill>
        <p:spPr>
          <a:xfrm>
            <a:off x="7577138" y="2038350"/>
            <a:ext cx="219075" cy="26670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 rotWithShape="1">
          <a:blip r:embed="rId38"/>
          <a:stretch>
            <a:fillRect/>
          </a:stretch>
        </p:blipFill>
        <p:spPr>
          <a:xfrm>
            <a:off x="9163050" y="1752600"/>
            <a:ext cx="2647950" cy="152400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 rotWithShape="1">
          <a:blip r:embed="rId39"/>
          <a:stretch>
            <a:fillRect/>
          </a:stretch>
        </p:blipFill>
        <p:spPr>
          <a:xfrm>
            <a:off x="10220325" y="1905000"/>
            <a:ext cx="533400" cy="533400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 rotWithShape="1">
          <a:blip r:embed="rId40"/>
          <a:stretch>
            <a:fillRect/>
          </a:stretch>
        </p:blipFill>
        <p:spPr>
          <a:xfrm>
            <a:off x="10415588" y="2038350"/>
            <a:ext cx="142875" cy="266700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 rotWithShape="1">
          <a:blip r:embed="rId41"/>
          <a:stretch>
            <a:fillRect/>
          </a:stretch>
        </p:blipFill>
        <p:spPr>
          <a:xfrm>
            <a:off x="6362700" y="3429000"/>
            <a:ext cx="2647950" cy="1524000"/>
          </a:xfrm>
          <a:prstGeom prst="rect">
            <a:avLst/>
          </a:prstGeom>
        </p:spPr>
      </p:pic>
      <p:pic>
        <p:nvPicPr>
          <p:cNvPr id="45" name="Image 43" descr="preencoded.png"/>
          <p:cNvPicPr>
            <a:picLocks noChangeAspect="1"/>
          </p:cNvPicPr>
          <p:nvPr/>
        </p:nvPicPr>
        <p:blipFill rotWithShape="1">
          <a:blip r:embed="rId42"/>
          <a:stretch>
            <a:fillRect/>
          </a:stretch>
        </p:blipFill>
        <p:spPr>
          <a:xfrm>
            <a:off x="7419975" y="3581400"/>
            <a:ext cx="533400" cy="533400"/>
          </a:xfrm>
          <a:prstGeom prst="rect">
            <a:avLst/>
          </a:prstGeom>
        </p:spPr>
      </p:pic>
      <p:pic>
        <p:nvPicPr>
          <p:cNvPr id="46" name="Image 44" descr="preencoded.png"/>
          <p:cNvPicPr>
            <a:picLocks noChangeAspect="1"/>
          </p:cNvPicPr>
          <p:nvPr/>
        </p:nvPicPr>
        <p:blipFill rotWithShape="1">
          <a:blip r:embed="rId43"/>
          <a:stretch>
            <a:fillRect/>
          </a:stretch>
        </p:blipFill>
        <p:spPr>
          <a:xfrm>
            <a:off x="7591425" y="3714750"/>
            <a:ext cx="190500" cy="266700"/>
          </a:xfrm>
          <a:prstGeom prst="rect">
            <a:avLst/>
          </a:prstGeom>
        </p:spPr>
      </p:pic>
      <p:pic>
        <p:nvPicPr>
          <p:cNvPr id="47" name="Image 45" descr="preencoded.png"/>
          <p:cNvPicPr>
            <a:picLocks noChangeAspect="1"/>
          </p:cNvPicPr>
          <p:nvPr/>
        </p:nvPicPr>
        <p:blipFill rotWithShape="1">
          <a:blip r:embed="rId44"/>
          <a:stretch>
            <a:fillRect/>
          </a:stretch>
        </p:blipFill>
        <p:spPr>
          <a:xfrm>
            <a:off x="9163050" y="3429000"/>
            <a:ext cx="2647950" cy="1524000"/>
          </a:xfrm>
          <a:prstGeom prst="rect">
            <a:avLst/>
          </a:prstGeom>
        </p:spPr>
      </p:pic>
      <p:pic>
        <p:nvPicPr>
          <p:cNvPr id="48" name="Image 46" descr="preencoded.png"/>
          <p:cNvPicPr>
            <a:picLocks noChangeAspect="1"/>
          </p:cNvPicPr>
          <p:nvPr/>
        </p:nvPicPr>
        <p:blipFill rotWithShape="1">
          <a:blip r:embed="rId45"/>
          <a:stretch>
            <a:fillRect/>
          </a:stretch>
        </p:blipFill>
        <p:spPr>
          <a:xfrm>
            <a:off x="10220325" y="3581400"/>
            <a:ext cx="533400" cy="533400"/>
          </a:xfrm>
          <a:prstGeom prst="rect">
            <a:avLst/>
          </a:prstGeom>
        </p:spPr>
      </p:pic>
      <p:pic>
        <p:nvPicPr>
          <p:cNvPr id="49" name="Image 47" descr="preencoded.png"/>
          <p:cNvPicPr>
            <a:picLocks noChangeAspect="1"/>
          </p:cNvPicPr>
          <p:nvPr/>
        </p:nvPicPr>
        <p:blipFill rotWithShape="1">
          <a:blip r:embed="rId46"/>
          <a:stretch>
            <a:fillRect/>
          </a:stretch>
        </p:blipFill>
        <p:spPr>
          <a:xfrm>
            <a:off x="10391775" y="3714750"/>
            <a:ext cx="190500" cy="266700"/>
          </a:xfrm>
          <a:prstGeom prst="rect">
            <a:avLst/>
          </a:prstGeom>
        </p:spPr>
      </p:pic>
      <p:pic>
        <p:nvPicPr>
          <p:cNvPr id="50" name="Image 48" descr="preencoded.png"/>
          <p:cNvPicPr>
            <a:picLocks noChangeAspect="1"/>
          </p:cNvPicPr>
          <p:nvPr/>
        </p:nvPicPr>
        <p:blipFill rotWithShape="1">
          <a:blip r:embed="rId47"/>
          <a:stretch>
            <a:fillRect/>
          </a:stretch>
        </p:blipFill>
        <p:spPr>
          <a:xfrm>
            <a:off x="6362700" y="5105400"/>
            <a:ext cx="2647950" cy="1524000"/>
          </a:xfrm>
          <a:prstGeom prst="rect">
            <a:avLst/>
          </a:prstGeom>
        </p:spPr>
      </p:pic>
      <p:pic>
        <p:nvPicPr>
          <p:cNvPr id="51" name="Image 49" descr="preencoded.png"/>
          <p:cNvPicPr>
            <a:picLocks noChangeAspect="1"/>
          </p:cNvPicPr>
          <p:nvPr/>
        </p:nvPicPr>
        <p:blipFill rotWithShape="1">
          <a:blip r:embed="rId48"/>
          <a:stretch>
            <a:fillRect/>
          </a:stretch>
        </p:blipFill>
        <p:spPr>
          <a:xfrm>
            <a:off x="7419975" y="5257800"/>
            <a:ext cx="533400" cy="533400"/>
          </a:xfrm>
          <a:prstGeom prst="rect">
            <a:avLst/>
          </a:prstGeom>
        </p:spPr>
      </p:pic>
      <p:pic>
        <p:nvPicPr>
          <p:cNvPr id="52" name="Image 50" descr="preencoded.png"/>
          <p:cNvPicPr>
            <a:picLocks noChangeAspect="1"/>
          </p:cNvPicPr>
          <p:nvPr/>
        </p:nvPicPr>
        <p:blipFill rotWithShape="1">
          <a:blip r:embed="rId49"/>
          <a:stretch>
            <a:fillRect/>
          </a:stretch>
        </p:blipFill>
        <p:spPr>
          <a:xfrm>
            <a:off x="7591425" y="5391150"/>
            <a:ext cx="190500" cy="266700"/>
          </a:xfrm>
          <a:prstGeom prst="rect">
            <a:avLst/>
          </a:prstGeom>
        </p:spPr>
      </p:pic>
      <p:pic>
        <p:nvPicPr>
          <p:cNvPr id="53" name="Image 51" descr="preencoded.png"/>
          <p:cNvPicPr>
            <a:picLocks noChangeAspect="1"/>
          </p:cNvPicPr>
          <p:nvPr/>
        </p:nvPicPr>
        <p:blipFill rotWithShape="1">
          <a:blip r:embed="rId50"/>
          <a:stretch>
            <a:fillRect/>
          </a:stretch>
        </p:blipFill>
        <p:spPr>
          <a:xfrm>
            <a:off x="9163050" y="5105400"/>
            <a:ext cx="2647950" cy="1524000"/>
          </a:xfrm>
          <a:prstGeom prst="rect">
            <a:avLst/>
          </a:prstGeom>
        </p:spPr>
      </p:pic>
      <p:pic>
        <p:nvPicPr>
          <p:cNvPr id="54" name="Image 52" descr="preencoded.png"/>
          <p:cNvPicPr>
            <a:picLocks noChangeAspect="1"/>
          </p:cNvPicPr>
          <p:nvPr/>
        </p:nvPicPr>
        <p:blipFill rotWithShape="1">
          <a:blip r:embed="rId51"/>
          <a:stretch>
            <a:fillRect/>
          </a:stretch>
        </p:blipFill>
        <p:spPr>
          <a:xfrm>
            <a:off x="10220325" y="5257800"/>
            <a:ext cx="533400" cy="533400"/>
          </a:xfrm>
          <a:prstGeom prst="rect">
            <a:avLst/>
          </a:prstGeom>
        </p:spPr>
      </p:pic>
      <p:pic>
        <p:nvPicPr>
          <p:cNvPr id="55" name="Image 53" descr="preencoded.png"/>
          <p:cNvPicPr>
            <a:picLocks noChangeAspect="1"/>
          </p:cNvPicPr>
          <p:nvPr/>
        </p:nvPicPr>
        <p:blipFill rotWithShape="1">
          <a:blip r:embed="rId52"/>
          <a:stretch>
            <a:fillRect/>
          </a:stretch>
        </p:blipFill>
        <p:spPr>
          <a:xfrm>
            <a:off x="10367963" y="5391150"/>
            <a:ext cx="238125" cy="266700"/>
          </a:xfrm>
          <a:prstGeom prst="rect">
            <a:avLst/>
          </a:prstGeom>
        </p:spPr>
      </p:pic>
      <p:sp>
        <p:nvSpPr>
          <p:cNvPr id="57" name="Text 0"/>
          <p:cNvSpPr/>
          <p:nvPr/>
        </p:nvSpPr>
        <p:spPr>
          <a:xfrm>
            <a:off x="228600" y="228600"/>
            <a:ext cx="3398639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400"/>
              </a:lnSpc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문제 해결 과정 및 향후 계획</a:t>
            </a:r>
            <a:endParaRPr lang="en-US" sz="1800"/>
          </a:p>
        </p:txBody>
      </p:sp>
      <p:sp>
        <p:nvSpPr>
          <p:cNvPr id="58" name="Text 1"/>
          <p:cNvSpPr/>
          <p:nvPr/>
        </p:nvSpPr>
        <p:spPr>
          <a:xfrm>
            <a:off x="228600" y="571500"/>
            <a:ext cx="117348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ko-KR" altLang="en-US" sz="105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강사와 학생의 소통 기반 </a:t>
            </a:r>
            <a:r>
              <a:rPr lang="en-US" altLang="ko-KR" sz="105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LMS </a:t>
            </a:r>
            <a:r>
              <a:rPr lang="ko-KR" altLang="en-US" sz="105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플렛폼</a:t>
            </a:r>
            <a:r>
              <a:rPr lang="en-US" sz="105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 개발 과정에서 직면한 주요 문제와 해결 방안, 그리고 미래 발전 방향</a:t>
            </a:r>
            <a:endParaRPr lang="en-US" sz="1050">
              <a:solidFill>
                <a:srgbClr val="67e8f9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59" name="Text 2"/>
          <p:cNvSpPr/>
          <p:nvPr/>
        </p:nvSpPr>
        <p:spPr>
          <a:xfrm>
            <a:off x="876300" y="1200150"/>
            <a:ext cx="1086029" cy="2667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발생한 문제</a:t>
            </a:r>
            <a:endParaRPr lang="en-US" sz="1350"/>
          </a:p>
        </p:txBody>
      </p:sp>
      <p:sp>
        <p:nvSpPr>
          <p:cNvPr id="60" name="Text 3"/>
          <p:cNvSpPr/>
          <p:nvPr/>
        </p:nvSpPr>
        <p:spPr>
          <a:xfrm>
            <a:off x="914400" y="1866900"/>
            <a:ext cx="27356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대용량 비디오 스트리밍 문제</a:t>
            </a:r>
            <a:endParaRPr lang="en-US" sz="1050"/>
          </a:p>
        </p:txBody>
      </p:sp>
      <p:sp>
        <p:nvSpPr>
          <p:cNvPr id="61" name="Text 4"/>
          <p:cNvSpPr/>
          <p:nvPr/>
        </p:nvSpPr>
        <p:spPr>
          <a:xfrm>
            <a:off x="914400" y="2095500"/>
            <a:ext cx="27356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고해상도 강의 영상 버퍼링 및 로드 지연 발생</a:t>
            </a:r>
            <a:endParaRPr lang="en-US" sz="900"/>
          </a:p>
        </p:txBody>
      </p:sp>
      <p:sp>
        <p:nvSpPr>
          <p:cNvPr id="62" name="Text 5"/>
          <p:cNvSpPr/>
          <p:nvPr/>
        </p:nvSpPr>
        <p:spPr>
          <a:xfrm>
            <a:off x="914400" y="2590800"/>
            <a:ext cx="23813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동시 접속자 수 증가</a:t>
            </a:r>
            <a:endParaRPr lang="en-US" sz="1050"/>
          </a:p>
        </p:txBody>
      </p:sp>
      <p:sp>
        <p:nvSpPr>
          <p:cNvPr id="63" name="Text 6"/>
          <p:cNvSpPr/>
          <p:nvPr/>
        </p:nvSpPr>
        <p:spPr>
          <a:xfrm>
            <a:off x="914400" y="2819400"/>
            <a:ext cx="285767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과부하로 인한 API 응답 지연 및 서버 성능 저하</a:t>
            </a:r>
            <a:endParaRPr lang="en-US" sz="900"/>
          </a:p>
        </p:txBody>
      </p:sp>
      <p:sp>
        <p:nvSpPr>
          <p:cNvPr id="64" name="Text 7"/>
          <p:cNvSpPr/>
          <p:nvPr/>
        </p:nvSpPr>
        <p:spPr>
          <a:xfrm>
            <a:off x="914400" y="3314700"/>
            <a:ext cx="2751058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다양한 디바이스 호환성 문제</a:t>
            </a:r>
            <a:endParaRPr lang="en-US" sz="1050"/>
          </a:p>
        </p:txBody>
      </p:sp>
      <p:sp>
        <p:nvSpPr>
          <p:cNvPr id="65" name="Text 8"/>
          <p:cNvSpPr/>
          <p:nvPr/>
        </p:nvSpPr>
        <p:spPr>
          <a:xfrm>
            <a:off x="914400" y="3543300"/>
            <a:ext cx="2751058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모바일 및 태블릿에서 최적화되지 않은 UI/UX</a:t>
            </a:r>
            <a:endParaRPr lang="en-US" sz="900"/>
          </a:p>
        </p:txBody>
      </p:sp>
      <p:sp>
        <p:nvSpPr>
          <p:cNvPr id="66" name="Text 9"/>
          <p:cNvSpPr/>
          <p:nvPr/>
        </p:nvSpPr>
        <p:spPr>
          <a:xfrm>
            <a:off x="838200" y="4210050"/>
            <a:ext cx="880289" cy="2667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해결 방법</a:t>
            </a:r>
            <a:endParaRPr lang="en-US" sz="1350"/>
          </a:p>
        </p:txBody>
      </p:sp>
      <p:sp>
        <p:nvSpPr>
          <p:cNvPr id="67" name="Text 10"/>
          <p:cNvSpPr/>
          <p:nvPr/>
        </p:nvSpPr>
        <p:spPr>
          <a:xfrm>
            <a:off x="914400" y="4895850"/>
            <a:ext cx="330844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HLS 프로토콜 도입</a:t>
            </a:r>
            <a:endParaRPr lang="en-US" sz="1050"/>
          </a:p>
        </p:txBody>
      </p:sp>
      <p:sp>
        <p:nvSpPr>
          <p:cNvPr id="68" name="Text 11"/>
          <p:cNvSpPr/>
          <p:nvPr/>
        </p:nvSpPr>
        <p:spPr>
          <a:xfrm>
            <a:off x="914400" y="5124450"/>
            <a:ext cx="397013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적응형 비트레이트 스트리밍으로 네트워크 환경에 맞는 품질 제공</a:t>
            </a:r>
            <a:endParaRPr lang="en-US" sz="900"/>
          </a:p>
        </p:txBody>
      </p:sp>
      <p:sp>
        <p:nvSpPr>
          <p:cNvPr id="69" name="Text 12"/>
          <p:cNvSpPr/>
          <p:nvPr/>
        </p:nvSpPr>
        <p:spPr>
          <a:xfrm>
            <a:off x="914400" y="5619750"/>
            <a:ext cx="3124498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API 응답 캐싱 및 로드 밸런싱</a:t>
            </a:r>
            <a:endParaRPr lang="en-US" sz="1050"/>
          </a:p>
        </p:txBody>
      </p:sp>
      <p:sp>
        <p:nvSpPr>
          <p:cNvPr id="70" name="Text 13"/>
          <p:cNvSpPr/>
          <p:nvPr/>
        </p:nvSpPr>
        <p:spPr>
          <a:xfrm>
            <a:off x="914400" y="5848350"/>
            <a:ext cx="3749397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Redis 캐시 적용과 서버 부하 분산 처리를 통한 응답 속도 개선</a:t>
            </a:r>
            <a:endParaRPr lang="en-US" sz="900"/>
          </a:p>
        </p:txBody>
      </p:sp>
      <p:sp>
        <p:nvSpPr>
          <p:cNvPr id="71" name="Text 14"/>
          <p:cNvSpPr/>
          <p:nvPr/>
        </p:nvSpPr>
        <p:spPr>
          <a:xfrm>
            <a:off x="914400" y="6343650"/>
            <a:ext cx="299725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쿼리 최적화 및 DB 인덱싱</a:t>
            </a:r>
            <a:endParaRPr lang="en-US" sz="1050"/>
          </a:p>
        </p:txBody>
      </p:sp>
      <p:sp>
        <p:nvSpPr>
          <p:cNvPr id="72" name="Text 15"/>
          <p:cNvSpPr/>
          <p:nvPr/>
        </p:nvSpPr>
        <p:spPr>
          <a:xfrm>
            <a:off x="914400" y="6572250"/>
            <a:ext cx="35967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데이터베이스 쿼리 재설계 및 인덱스 개선을 통한 성능 향상</a:t>
            </a:r>
            <a:endParaRPr lang="en-US" sz="900"/>
          </a:p>
        </p:txBody>
      </p:sp>
      <p:sp>
        <p:nvSpPr>
          <p:cNvPr id="75" name="Text 18"/>
          <p:cNvSpPr/>
          <p:nvPr/>
        </p:nvSpPr>
        <p:spPr>
          <a:xfrm>
            <a:off x="6858000" y="1200150"/>
            <a:ext cx="1348919" cy="2667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향후 개선 계획</a:t>
            </a:r>
            <a:endParaRPr lang="en-US" sz="1350"/>
          </a:p>
        </p:txBody>
      </p:sp>
      <p:sp>
        <p:nvSpPr>
          <p:cNvPr id="76" name="Text 19"/>
          <p:cNvSpPr/>
          <p:nvPr/>
        </p:nvSpPr>
        <p:spPr>
          <a:xfrm>
            <a:off x="7082135" y="2552700"/>
            <a:ext cx="120908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실시간 화상 강의</a:t>
            </a:r>
            <a:endParaRPr lang="en-US" sz="1050"/>
          </a:p>
        </p:txBody>
      </p:sp>
      <p:sp>
        <p:nvSpPr>
          <p:cNvPr id="77" name="Text 20"/>
          <p:cNvSpPr/>
          <p:nvPr/>
        </p:nvSpPr>
        <p:spPr>
          <a:xfrm>
            <a:off x="6515100" y="2819400"/>
            <a:ext cx="2343150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교수자와 학습자간 실시간 인터랙션을 위한 비디오 채팅 기능</a:t>
            </a:r>
            <a:endParaRPr lang="en-US" sz="900"/>
          </a:p>
        </p:txBody>
      </p:sp>
      <p:sp>
        <p:nvSpPr>
          <p:cNvPr id="78" name="Text 21"/>
          <p:cNvSpPr/>
          <p:nvPr/>
        </p:nvSpPr>
        <p:spPr>
          <a:xfrm>
            <a:off x="9744626" y="2552700"/>
            <a:ext cx="148465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모바일 애플리케이션</a:t>
            </a:r>
            <a:endParaRPr lang="en-US" sz="1050"/>
          </a:p>
        </p:txBody>
      </p:sp>
      <p:sp>
        <p:nvSpPr>
          <p:cNvPr id="79" name="Text 22"/>
          <p:cNvSpPr/>
          <p:nvPr/>
        </p:nvSpPr>
        <p:spPr>
          <a:xfrm>
            <a:off x="9315450" y="2819400"/>
            <a:ext cx="2343150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언제 어디서나 학습 가능한 네이티브 모바일 앱 개발</a:t>
            </a:r>
            <a:endParaRPr lang="en-US" sz="900"/>
          </a:p>
        </p:txBody>
      </p:sp>
      <p:sp>
        <p:nvSpPr>
          <p:cNvPr id="80" name="Text 23"/>
          <p:cNvSpPr/>
          <p:nvPr/>
        </p:nvSpPr>
        <p:spPr>
          <a:xfrm>
            <a:off x="6979816" y="4229100"/>
            <a:ext cx="141357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AI 기반 맞춤형 학습</a:t>
            </a:r>
            <a:endParaRPr lang="en-US" sz="1050"/>
          </a:p>
        </p:txBody>
      </p:sp>
      <p:sp>
        <p:nvSpPr>
          <p:cNvPr id="81" name="Text 24"/>
          <p:cNvSpPr/>
          <p:nvPr/>
        </p:nvSpPr>
        <p:spPr>
          <a:xfrm>
            <a:off x="6515100" y="4495800"/>
            <a:ext cx="2343150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학생의 학습 데이터 분석으로 개인화된 학습 경로 추천</a:t>
            </a:r>
            <a:endParaRPr lang="en-US" sz="900"/>
          </a:p>
        </p:txBody>
      </p:sp>
      <p:sp>
        <p:nvSpPr>
          <p:cNvPr id="82" name="Text 25"/>
          <p:cNvSpPr/>
          <p:nvPr/>
        </p:nvSpPr>
        <p:spPr>
          <a:xfrm>
            <a:off x="9802475" y="4229100"/>
            <a:ext cx="13691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학습 분석 대시보드</a:t>
            </a:r>
            <a:endParaRPr lang="en-US" sz="1050"/>
          </a:p>
        </p:txBody>
      </p:sp>
      <p:sp>
        <p:nvSpPr>
          <p:cNvPr id="83" name="Text 26"/>
          <p:cNvSpPr/>
          <p:nvPr/>
        </p:nvSpPr>
        <p:spPr>
          <a:xfrm>
            <a:off x="9315450" y="4495800"/>
            <a:ext cx="2343150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AI 알고리즘 기반 학습 데이터 분석과 실시간 피드백 제공</a:t>
            </a:r>
            <a:endParaRPr lang="en-US" sz="900"/>
          </a:p>
        </p:txBody>
      </p:sp>
      <p:sp>
        <p:nvSpPr>
          <p:cNvPr id="84" name="Text 27"/>
          <p:cNvSpPr/>
          <p:nvPr/>
        </p:nvSpPr>
        <p:spPr>
          <a:xfrm>
            <a:off x="7264316" y="5905500"/>
            <a:ext cx="84457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다국어 지원</a:t>
            </a:r>
            <a:endParaRPr lang="en-US" sz="1050"/>
          </a:p>
        </p:txBody>
      </p:sp>
      <p:sp>
        <p:nvSpPr>
          <p:cNvPr id="85" name="Text 28"/>
          <p:cNvSpPr/>
          <p:nvPr/>
        </p:nvSpPr>
        <p:spPr>
          <a:xfrm>
            <a:off x="6515100" y="6172200"/>
            <a:ext cx="2343150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국제화를 위한 다국어 인터페이스 및 자막 시스템 구현</a:t>
            </a:r>
            <a:endParaRPr lang="en-US" sz="900"/>
          </a:p>
        </p:txBody>
      </p:sp>
      <p:sp>
        <p:nvSpPr>
          <p:cNvPr id="86" name="Text 29"/>
          <p:cNvSpPr/>
          <p:nvPr/>
        </p:nvSpPr>
        <p:spPr>
          <a:xfrm>
            <a:off x="9962495" y="5905500"/>
            <a:ext cx="104906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협업 학습 도구</a:t>
            </a:r>
            <a:endParaRPr lang="en-US" sz="1050"/>
          </a:p>
        </p:txBody>
      </p:sp>
      <p:sp>
        <p:nvSpPr>
          <p:cNvPr id="87" name="Text 30"/>
          <p:cNvSpPr/>
          <p:nvPr/>
        </p:nvSpPr>
        <p:spPr>
          <a:xfrm>
            <a:off x="9315450" y="6172200"/>
            <a:ext cx="2343150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실시간 문서 공동 편집 및 그룹 프로젝트 관리 기능</a:t>
            </a:r>
            <a:endParaRPr lang="en-US" sz="900"/>
          </a:p>
        </p:txBody>
      </p:sp>
      <p:pic>
        <p:nvPicPr>
          <p:cNvPr id="89" name="Image 3" descr="preencoded.png"/>
          <p:cNvPicPr>
            <a:picLocks noChangeAspect="1"/>
          </p:cNvPicPr>
          <p:nvPr/>
        </p:nvPicPr>
        <p:blipFill rotWithShape="1">
          <a:blip r:embed="rId53"/>
          <a:stretch>
            <a:fillRect/>
          </a:stretch>
        </p:blipFill>
        <p:spPr>
          <a:xfrm>
            <a:off x="228600" y="4029075"/>
            <a:ext cx="5753100" cy="28289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295400" y="361950"/>
            <a:ext cx="609600" cy="38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5486400" y="1543050"/>
            <a:ext cx="1219200" cy="1219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5738813" y="1866900"/>
            <a:ext cx="714375" cy="571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3815209" y="5753100"/>
            <a:ext cx="4561582" cy="342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4043809" y="5848350"/>
            <a:ext cx="152400" cy="1524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228600" y="228600"/>
            <a:ext cx="1097280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400"/>
              </a:lnSpc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질의응답</a:t>
            </a:r>
            <a:endParaRPr lang="en-US" sz="1800"/>
          </a:p>
        </p:txBody>
      </p:sp>
      <p:sp>
        <p:nvSpPr>
          <p:cNvPr id="21" name="Text 1"/>
          <p:cNvSpPr/>
          <p:nvPr/>
        </p:nvSpPr>
        <p:spPr>
          <a:xfrm>
            <a:off x="8915727" y="266700"/>
            <a:ext cx="3366136" cy="228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ko-KR" altLang="en-US" sz="120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강사와 학생의 소통 기반 </a:t>
            </a:r>
            <a:r>
              <a:rPr lang="en-US" altLang="ko-KR" sz="120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LMS</a:t>
            </a:r>
            <a:r>
              <a:rPr lang="ko-KR" altLang="en-US" sz="120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 플렛폼</a:t>
            </a:r>
            <a:r>
              <a:rPr lang="en-US" sz="120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 프로젝트</a:t>
            </a:r>
            <a:endParaRPr lang="en-US" sz="1200">
              <a:solidFill>
                <a:srgbClr val="67e8f9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22" name="Text 2"/>
          <p:cNvSpPr/>
          <p:nvPr/>
        </p:nvSpPr>
        <p:spPr>
          <a:xfrm>
            <a:off x="3123754" y="2990850"/>
            <a:ext cx="5944344" cy="381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3000"/>
              </a:lnSpc>
              <a:buNone/>
              <a:defRPr/>
            </a:pPr>
            <a:r>
              <a:rPr lang="en-US" sz="27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감사합니다!</a:t>
            </a:r>
            <a:endParaRPr lang="en-US" sz="2700"/>
          </a:p>
        </p:txBody>
      </p:sp>
      <p:sp>
        <p:nvSpPr>
          <p:cNvPr id="23" name="Text 3"/>
          <p:cNvSpPr/>
          <p:nvPr/>
        </p:nvSpPr>
        <p:spPr>
          <a:xfrm>
            <a:off x="3123754" y="3600450"/>
            <a:ext cx="5944344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2400"/>
              </a:lnSpc>
              <a:buNone/>
              <a:defRPr/>
            </a:pPr>
            <a:r>
              <a:rPr lang="en-US" sz="18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이제 질문 시간입니다</a:t>
            </a:r>
            <a:endParaRPr lang="en-US" sz="1800"/>
          </a:p>
        </p:txBody>
      </p:sp>
      <p:sp>
        <p:nvSpPr>
          <p:cNvPr id="24" name="Text 4"/>
          <p:cNvSpPr/>
          <p:nvPr/>
        </p:nvSpPr>
        <p:spPr>
          <a:xfrm>
            <a:off x="2529319" y="4057650"/>
            <a:ext cx="7133213" cy="2667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2100"/>
              </a:lnSpc>
              <a:buNone/>
              <a:defRPr/>
            </a:pPr>
            <a:r>
              <a:rPr lang="en-US" sz="135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LearnUp LMS 프로젝트에 대한 세부 사항이나 기능에 관한 질문을 환영합니다.</a:t>
            </a:r>
            <a:endParaRPr lang="en-US" sz="1350"/>
          </a:p>
        </p:txBody>
      </p:sp>
      <p:sp>
        <p:nvSpPr>
          <p:cNvPr id="28" name="Text 8"/>
          <p:cNvSpPr/>
          <p:nvPr/>
        </p:nvSpPr>
        <p:spPr>
          <a:xfrm>
            <a:off x="4310509" y="5829300"/>
            <a:ext cx="4605218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질문 및 답변을 통해 프로젝트에 대한 더 많은 이해를 돕겠습니다.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2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2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PptxGenJS</ep:Company>
  <ep:Words>1017</ep:Words>
  <ep:PresentationFormat>와이드스크린</ep:PresentationFormat>
  <ep:Paragraphs>230</ep:Paragraphs>
  <ep:Slides>10</ep:Slides>
  <ep:Notes>10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ep:HeadingPairs>
  <ep:TitlesOfParts>
    <vt:vector size="11" baseType="lpstr">
      <vt:lpstr>Office Theme</vt:lpstr>
      <vt:lpstr>슬라이드 1</vt:lpstr>
      <vt:lpstr>PowerPoint 프레젠테이션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2025-10-10T08:15:55.000</dcterms:created>
  <dc:creator>PptxGenJS</dc:creator>
  <cp:lastModifiedBy>ekdo6</cp:lastModifiedBy>
  <dcterms:modified xsi:type="dcterms:W3CDTF">2025-10-13T00:03:57.685</dcterms:modified>
  <cp:revision>13</cp:revision>
  <dc:subject>PptxGenJS Presentation</dc:subject>
  <dc:title>PptxGenJS Presentation</dc:title>
  <cp:version>1000.0000.01</cp:version>
</cp:coreProperties>
</file>