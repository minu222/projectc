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2" r:id="rId10"/>
    <p:sldId id="263" r:id="rId11"/>
    <p:sldId id="267" r:id="rId12"/>
    <p:sldId id="265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0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66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2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57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90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33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33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11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91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0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0F0C5-AEB1-4C7F-8575-19068E7FF608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EBAD9-3D28-4665-9F12-685CA8E7A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75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12942" y="0"/>
            <a:ext cx="13205570" cy="535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524540424" descr="EMB000027ac09a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42" y="457201"/>
            <a:ext cx="6322741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433707" y="-1887537"/>
            <a:ext cx="22738385" cy="799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524512776" descr="EMB000027ac09a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682" y="457201"/>
            <a:ext cx="4145018" cy="504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42" y="2828243"/>
            <a:ext cx="5144218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6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2281" cy="4572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4697260"/>
            <a:ext cx="1139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로그인 유형에 따라 달라지는 메뉴 </a:t>
            </a:r>
            <a:r>
              <a:rPr lang="en-US" altLang="ko-KR" dirty="0" smtClean="0"/>
              <a:t>(</a:t>
            </a:r>
            <a:r>
              <a:rPr lang="ko-KR" altLang="en-US" b="1" dirty="0" smtClean="0"/>
              <a:t>①</a:t>
            </a:r>
            <a:r>
              <a:rPr lang="en-US" altLang="ko-KR" dirty="0" smtClean="0"/>
              <a:t> </a:t>
            </a:r>
            <a:r>
              <a:rPr lang="ko-KR" altLang="en-US" dirty="0" smtClean="0"/>
              <a:t>비회원 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②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③</a:t>
            </a:r>
            <a:r>
              <a:rPr lang="en-US" altLang="ko-KR" dirty="0" smtClean="0"/>
              <a:t> </a:t>
            </a:r>
            <a:r>
              <a:rPr lang="ko-KR" altLang="en-US" dirty="0" smtClean="0"/>
              <a:t>강사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89" y="70030"/>
            <a:ext cx="342948" cy="3905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342" y="1516409"/>
            <a:ext cx="323895" cy="34294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7017" y="0"/>
            <a:ext cx="333422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0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02" y="0"/>
            <a:ext cx="5348584" cy="34573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971" y="3021524"/>
            <a:ext cx="5315029" cy="3333405"/>
          </a:xfrm>
          <a:prstGeom prst="rect">
            <a:avLst/>
          </a:prstGeom>
        </p:spPr>
      </p:pic>
      <p:cxnSp>
        <p:nvCxnSpPr>
          <p:cNvPr id="7" name="꺾인 연결선 6"/>
          <p:cNvCxnSpPr>
            <a:stCxn id="4" idx="3"/>
            <a:endCxn id="5" idx="0"/>
          </p:cNvCxnSpPr>
          <p:nvPr/>
        </p:nvCxnSpPr>
        <p:spPr>
          <a:xfrm>
            <a:off x="6786686" y="1728659"/>
            <a:ext cx="2747800" cy="129286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108100"/>
            <a:ext cx="178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장바구니 기능</a:t>
            </a:r>
            <a:endParaRPr lang="ko-KR" altLang="en-US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7316"/>
            <a:ext cx="5627716" cy="2461820"/>
          </a:xfrm>
          <a:prstGeom prst="rect">
            <a:avLst/>
          </a:prstGeom>
        </p:spPr>
      </p:pic>
      <p:cxnSp>
        <p:nvCxnSpPr>
          <p:cNvPr id="13" name="꺾인 연결선 12"/>
          <p:cNvCxnSpPr>
            <a:stCxn id="5" idx="1"/>
            <a:endCxn id="11" idx="3"/>
          </p:cNvCxnSpPr>
          <p:nvPr/>
        </p:nvCxnSpPr>
        <p:spPr>
          <a:xfrm rot="10800000">
            <a:off x="5627717" y="4688227"/>
            <a:ext cx="1249255" cy="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0" y="585532"/>
            <a:ext cx="14205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 강의 목록</a:t>
            </a:r>
            <a:endParaRPr lang="en-US" altLang="ko-KR" dirty="0" smtClean="0"/>
          </a:p>
          <a:p>
            <a:r>
              <a:rPr lang="en-US" altLang="ko-KR" dirty="0" smtClean="0"/>
              <a:t>      </a:t>
            </a:r>
            <a:r>
              <a:rPr lang="ko-KR" altLang="en-US" dirty="0" smtClean="0"/>
              <a:t>↓</a:t>
            </a:r>
            <a:endParaRPr lang="en-US" altLang="ko-KR" dirty="0" smtClean="0"/>
          </a:p>
          <a:p>
            <a:r>
              <a:rPr lang="ko-KR" altLang="en-US" dirty="0" smtClean="0"/>
              <a:t>나의 강의실</a:t>
            </a:r>
            <a:endParaRPr lang="en-US" altLang="ko-KR" dirty="0" smtClean="0"/>
          </a:p>
          <a:p>
            <a:r>
              <a:rPr lang="en-US" altLang="ko-KR" dirty="0" smtClean="0"/>
              <a:t>      </a:t>
            </a:r>
            <a:r>
              <a:rPr lang="ko-KR" altLang="en-US" dirty="0" smtClean="0"/>
              <a:t>↓</a:t>
            </a:r>
            <a:endParaRPr lang="en-US" altLang="ko-KR" dirty="0" smtClean="0"/>
          </a:p>
          <a:p>
            <a:r>
              <a:rPr lang="ko-KR" altLang="en-US" dirty="0" smtClean="0"/>
              <a:t> 결재 내역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99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40" y="305744"/>
            <a:ext cx="3700209" cy="41415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149" y="220443"/>
            <a:ext cx="3792671" cy="42268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820" y="220443"/>
            <a:ext cx="3780293" cy="42268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940" y="4605252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가지의 결제 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93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46" y="268948"/>
            <a:ext cx="4816399" cy="25843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690" y="268948"/>
            <a:ext cx="3292336" cy="311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046" y="3199956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결제 후 구매된 강의 표시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06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96912"/>
            <a:ext cx="5323366" cy="30868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04" y="96912"/>
            <a:ext cx="5323366" cy="30868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55" y="3306616"/>
            <a:ext cx="5323366" cy="3260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76604" y="3306616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강의실 입장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보여지는 </a:t>
            </a:r>
            <a:r>
              <a:rPr lang="ko-KR" altLang="en-US" dirty="0"/>
              <a:t>창</a:t>
            </a:r>
          </a:p>
        </p:txBody>
      </p:sp>
    </p:spTree>
    <p:extLst>
      <p:ext uri="{BB962C8B-B14F-4D97-AF65-F5344CB8AC3E}">
        <p14:creationId xmlns:p14="http://schemas.microsoft.com/office/powerpoint/2010/main" val="6960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" y="229213"/>
            <a:ext cx="5217396" cy="25478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3267" y="2921000"/>
            <a:ext cx="6147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만료되지 않은 강의 는 </a:t>
            </a:r>
            <a:r>
              <a:rPr lang="ko-KR" altLang="en-US" dirty="0" err="1" smtClean="0"/>
              <a:t>강의후기</a:t>
            </a:r>
            <a:r>
              <a:rPr lang="ko-KR" altLang="en-US" dirty="0" smtClean="0"/>
              <a:t> 작성 </a:t>
            </a:r>
            <a:r>
              <a:rPr lang="ko-KR" altLang="en-US" dirty="0" err="1" smtClean="0"/>
              <a:t>강사후기</a:t>
            </a:r>
            <a:r>
              <a:rPr lang="ko-KR" altLang="en-US" dirty="0" smtClean="0"/>
              <a:t> 작성 금</a:t>
            </a:r>
            <a:r>
              <a:rPr lang="ko-KR" altLang="en-US" dirty="0" smtClean="0"/>
              <a:t>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67" y="229213"/>
            <a:ext cx="5274733" cy="2691787"/>
          </a:xfrm>
          <a:prstGeom prst="rect">
            <a:avLst/>
          </a:prstGeom>
        </p:spPr>
      </p:pic>
      <p:cxnSp>
        <p:nvCxnSpPr>
          <p:cNvPr id="6" name="꺾인 연결선 5"/>
          <p:cNvCxnSpPr>
            <a:stCxn id="2" idx="3"/>
            <a:endCxn id="4" idx="1"/>
          </p:cNvCxnSpPr>
          <p:nvPr/>
        </p:nvCxnSpPr>
        <p:spPr>
          <a:xfrm>
            <a:off x="5447200" y="1503140"/>
            <a:ext cx="1089067" cy="719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67" y="3290332"/>
            <a:ext cx="2231020" cy="2876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5" y="641216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만료된 강의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502" y="3290332"/>
            <a:ext cx="3556935" cy="3209366"/>
          </a:xfrm>
          <a:prstGeom prst="rect">
            <a:avLst/>
          </a:prstGeom>
        </p:spPr>
      </p:pic>
      <p:cxnSp>
        <p:nvCxnSpPr>
          <p:cNvPr id="13" name="꺾인 연결선 12"/>
          <p:cNvCxnSpPr>
            <a:stCxn id="9" idx="3"/>
            <a:endCxn id="11" idx="1"/>
          </p:cNvCxnSpPr>
          <p:nvPr/>
        </p:nvCxnSpPr>
        <p:spPr>
          <a:xfrm>
            <a:off x="2544287" y="4728482"/>
            <a:ext cx="294215" cy="1665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460" y="3290332"/>
            <a:ext cx="3521327" cy="3149008"/>
          </a:xfrm>
          <a:prstGeom prst="rect">
            <a:avLst/>
          </a:prstGeom>
        </p:spPr>
      </p:pic>
      <p:cxnSp>
        <p:nvCxnSpPr>
          <p:cNvPr id="17" name="꺾인 연결선 16"/>
          <p:cNvCxnSpPr>
            <a:stCxn id="9" idx="2"/>
            <a:endCxn id="15" idx="2"/>
          </p:cNvCxnSpPr>
          <p:nvPr/>
        </p:nvCxnSpPr>
        <p:spPr>
          <a:xfrm rot="16200000" flipH="1">
            <a:off x="4924096" y="2671312"/>
            <a:ext cx="272708" cy="7263347"/>
          </a:xfrm>
          <a:prstGeom prst="bentConnector3">
            <a:avLst>
              <a:gd name="adj1" fmla="val 1838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19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1" y="185294"/>
            <a:ext cx="6265868" cy="19261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1" y="2561526"/>
            <a:ext cx="6265868" cy="192613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870364" y="1255222"/>
            <a:ext cx="415636" cy="2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870364" y="3635433"/>
            <a:ext cx="415636" cy="2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꺾인 연결선 7"/>
          <p:cNvCxnSpPr>
            <a:stCxn id="5" idx="3"/>
            <a:endCxn id="6" idx="3"/>
          </p:cNvCxnSpPr>
          <p:nvPr/>
        </p:nvCxnSpPr>
        <p:spPr>
          <a:xfrm>
            <a:off x="2286000" y="1359131"/>
            <a:ext cx="12700" cy="2380211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2527069" y="2410692"/>
            <a:ext cx="4297680" cy="94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118" y="863042"/>
            <a:ext cx="2231020" cy="2876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5884" y="456842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게시판에 등록됨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864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6" y="-1257"/>
            <a:ext cx="5987400" cy="336791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833" y="3211781"/>
            <a:ext cx="6482167" cy="36462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382" y="3665913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자유게시판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나의 게시판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09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34" y="276521"/>
            <a:ext cx="4891099" cy="25664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927" y="157615"/>
            <a:ext cx="4424921" cy="280424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48" y="3867983"/>
            <a:ext cx="5624945" cy="2773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4834" y="284295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내용 수정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810" y="3867983"/>
            <a:ext cx="4948423" cy="2527847"/>
          </a:xfrm>
          <a:prstGeom prst="rect">
            <a:avLst/>
          </a:prstGeom>
        </p:spPr>
      </p:pic>
      <p:cxnSp>
        <p:nvCxnSpPr>
          <p:cNvPr id="8" name="꺾인 연결선 7"/>
          <p:cNvCxnSpPr>
            <a:stCxn id="3" idx="2"/>
            <a:endCxn id="4" idx="0"/>
          </p:cNvCxnSpPr>
          <p:nvPr/>
        </p:nvCxnSpPr>
        <p:spPr>
          <a:xfrm rot="5400000">
            <a:off x="5744343" y="453937"/>
            <a:ext cx="906125" cy="59219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3" idx="2"/>
            <a:endCxn id="6" idx="0"/>
          </p:cNvCxnSpPr>
          <p:nvPr/>
        </p:nvCxnSpPr>
        <p:spPr>
          <a:xfrm rot="16200000" flipH="1">
            <a:off x="8763143" y="3357103"/>
            <a:ext cx="906125" cy="1156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99905" y="3498651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삭제 후 사라진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625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34" y="399663"/>
            <a:ext cx="8859995" cy="30225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9134" y="342224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댓글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117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695" y="382386"/>
            <a:ext cx="2182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이메일</a:t>
            </a:r>
            <a:r>
              <a:rPr lang="en-US" altLang="ko-KR" sz="2000" b="1" dirty="0" smtClean="0"/>
              <a:t>/</a:t>
            </a:r>
            <a:r>
              <a:rPr lang="ko-KR" altLang="en-US" sz="2000" b="1" dirty="0" smtClean="0"/>
              <a:t>쪽지 기능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730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90" y="66502"/>
            <a:ext cx="3174995" cy="390698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22960" y="3524596"/>
            <a:ext cx="290946" cy="2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809" y="295727"/>
            <a:ext cx="2248214" cy="1724266"/>
          </a:xfrm>
          <a:prstGeom prst="rect">
            <a:avLst/>
          </a:prstGeom>
        </p:spPr>
      </p:pic>
      <p:cxnSp>
        <p:nvCxnSpPr>
          <p:cNvPr id="6" name="직선 화살표 연결선 5"/>
          <p:cNvCxnSpPr>
            <a:stCxn id="3" idx="3"/>
            <a:endCxn id="4" idx="1"/>
          </p:cNvCxnSpPr>
          <p:nvPr/>
        </p:nvCxnSpPr>
        <p:spPr>
          <a:xfrm flipV="1">
            <a:off x="1113906" y="1157860"/>
            <a:ext cx="3084903" cy="2470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547" y="295727"/>
            <a:ext cx="2810267" cy="1724266"/>
          </a:xfrm>
          <a:prstGeom prst="rect">
            <a:avLst/>
          </a:prstGeom>
        </p:spPr>
      </p:pic>
      <p:cxnSp>
        <p:nvCxnSpPr>
          <p:cNvPr id="10" name="직선 화살표 연결선 9"/>
          <p:cNvCxnSpPr>
            <a:stCxn id="4" idx="3"/>
            <a:endCxn id="8" idx="1"/>
          </p:cNvCxnSpPr>
          <p:nvPr/>
        </p:nvCxnSpPr>
        <p:spPr>
          <a:xfrm>
            <a:off x="6447023" y="1157860"/>
            <a:ext cx="8935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88901" y="2454917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수정하기 버튼 클릭 후 수정 가능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704" y="3973484"/>
            <a:ext cx="2105319" cy="100979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2754283" y="3524596"/>
            <a:ext cx="290946" cy="2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>
            <a:endCxn id="13" idx="1"/>
          </p:cNvCxnSpPr>
          <p:nvPr/>
        </p:nvCxnSpPr>
        <p:spPr>
          <a:xfrm>
            <a:off x="3067396" y="3628505"/>
            <a:ext cx="1274308" cy="84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8873" y="5403273"/>
            <a:ext cx="491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정보 수정 후 저장하기 누르면 수정 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00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" y="63423"/>
            <a:ext cx="5835607" cy="208126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2" y="2144685"/>
            <a:ext cx="5835607" cy="20812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2" y="4225947"/>
            <a:ext cx="5835607" cy="20812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109" y="63423"/>
            <a:ext cx="5561285" cy="20812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2109" y="21446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정보센터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77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7" y="3200400"/>
            <a:ext cx="4127527" cy="262527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45" y="54088"/>
            <a:ext cx="3616037" cy="209637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90945" y="739833"/>
            <a:ext cx="1197033" cy="141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>
            <a:stCxn id="11" idx="2"/>
            <a:endCxn id="3" idx="0"/>
          </p:cNvCxnSpPr>
          <p:nvPr/>
        </p:nvCxnSpPr>
        <p:spPr>
          <a:xfrm>
            <a:off x="889462" y="2150462"/>
            <a:ext cx="1327829" cy="1049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500446" y="728986"/>
            <a:ext cx="1197033" cy="1410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>
            <a:stCxn id="16" idx="2"/>
            <a:endCxn id="22" idx="0"/>
          </p:cNvCxnSpPr>
          <p:nvPr/>
        </p:nvCxnSpPr>
        <p:spPr>
          <a:xfrm>
            <a:off x="2098963" y="2139615"/>
            <a:ext cx="4987895" cy="106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989" y="3200400"/>
            <a:ext cx="4139737" cy="2625276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2697479" y="695733"/>
            <a:ext cx="1246908" cy="1443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>
            <a:stCxn id="29" idx="3"/>
            <a:endCxn id="36" idx="1"/>
          </p:cNvCxnSpPr>
          <p:nvPr/>
        </p:nvCxnSpPr>
        <p:spPr>
          <a:xfrm flipV="1">
            <a:off x="3944387" y="1357370"/>
            <a:ext cx="1072601" cy="60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988" y="44732"/>
            <a:ext cx="4139737" cy="262527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69405" y="405820"/>
            <a:ext cx="2922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예체능 클릭 시</a:t>
            </a:r>
            <a:endParaRPr lang="en-US" altLang="ko-KR" dirty="0"/>
          </a:p>
          <a:p>
            <a:r>
              <a:rPr lang="ko-KR" altLang="en-US" dirty="0" smtClean="0"/>
              <a:t>각 소개로 이동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63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6" y="249382"/>
            <a:ext cx="4606490" cy="526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95454" y="365760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작성 안한 항목 있을 시 경고문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66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45" y="182251"/>
            <a:ext cx="6212793" cy="35418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66313" y="18225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수정 삭제 가능</a:t>
            </a:r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13" y="991005"/>
            <a:ext cx="2553056" cy="9621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66313" y="195316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더미로 채울 예정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44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110</Words>
  <Application>Microsoft Office PowerPoint</Application>
  <PresentationFormat>와이드스크린</PresentationFormat>
  <Paragraphs>26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13</cp:revision>
  <dcterms:created xsi:type="dcterms:W3CDTF">2025-10-01T01:25:46Z</dcterms:created>
  <dcterms:modified xsi:type="dcterms:W3CDTF">2025-10-01T05:56:44Z</dcterms:modified>
</cp:coreProperties>
</file>